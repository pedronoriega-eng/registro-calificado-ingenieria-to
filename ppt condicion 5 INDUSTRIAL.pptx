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36" r:id="rId2"/>
    <p:sldId id="259" r:id="rId3"/>
    <p:sldId id="523" r:id="rId4"/>
    <p:sldId id="440" r:id="rId5"/>
    <p:sldId id="258" r:id="rId6"/>
    <p:sldId id="534" r:id="rId7"/>
    <p:sldId id="530" r:id="rId8"/>
    <p:sldId id="522" r:id="rId9"/>
    <p:sldId id="536" r:id="rId10"/>
    <p:sldId id="531" r:id="rId11"/>
    <p:sldId id="539" r:id="rId12"/>
    <p:sldId id="468" r:id="rId13"/>
    <p:sldId id="527" r:id="rId14"/>
    <p:sldId id="537" r:id="rId15"/>
    <p:sldId id="532" r:id="rId16"/>
    <p:sldId id="533" r:id="rId17"/>
    <p:sldId id="463" r:id="rId18"/>
    <p:sldId id="540" r:id="rId19"/>
    <p:sldId id="376" r:id="rId20"/>
    <p:sldId id="262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FF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F4D73-6EC5-4E6A-B136-6A5074E61121}" v="31" dt="2026-05-12T19:22:42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ésar Urueta Atencio" userId="ab9f77e8-4c37-433c-8760-f2b49081d547" providerId="ADAL" clId="{6825365A-F89D-43D2-9784-92C671EEFD11}"/>
    <pc:docChg chg="undo custSel addSld delSld modSld">
      <pc:chgData name="Julio César Urueta Atencio" userId="ab9f77e8-4c37-433c-8760-f2b49081d547" providerId="ADAL" clId="{6825365A-F89D-43D2-9784-92C671EEFD11}" dt="2026-05-12T19:27:02.683" v="1271" actId="47"/>
      <pc:docMkLst>
        <pc:docMk/>
      </pc:docMkLst>
      <pc:sldChg chg="addSp delSp modSp mod">
        <pc:chgData name="Julio César Urueta Atencio" userId="ab9f77e8-4c37-433c-8760-f2b49081d547" providerId="ADAL" clId="{6825365A-F89D-43D2-9784-92C671EEFD11}" dt="2026-05-08T20:08:41.036" v="350" actId="6549"/>
        <pc:sldMkLst>
          <pc:docMk/>
          <pc:sldMk cId="1481699515" sldId="258"/>
        </pc:sldMkLst>
        <pc:spChg chg="mod">
          <ac:chgData name="Julio César Urueta Atencio" userId="ab9f77e8-4c37-433c-8760-f2b49081d547" providerId="ADAL" clId="{6825365A-F89D-43D2-9784-92C671EEFD11}" dt="2026-05-08T20:05:32.161" v="252" actId="1076"/>
          <ac:spMkLst>
            <pc:docMk/>
            <pc:sldMk cId="1481699515" sldId="258"/>
            <ac:spMk id="7" creationId="{FD9905BD-AB10-7A93-79C6-61E3D1AE9FE2}"/>
          </ac:spMkLst>
        </pc:spChg>
        <pc:spChg chg="mod">
          <ac:chgData name="Julio César Urueta Atencio" userId="ab9f77e8-4c37-433c-8760-f2b49081d547" providerId="ADAL" clId="{6825365A-F89D-43D2-9784-92C671EEFD11}" dt="2026-05-08T20:05:32.161" v="252" actId="1076"/>
          <ac:spMkLst>
            <pc:docMk/>
            <pc:sldMk cId="1481699515" sldId="258"/>
            <ac:spMk id="8" creationId="{2A9FB2F6-4164-FEA7-22F7-F3145333DFA2}"/>
          </ac:spMkLst>
        </pc:spChg>
        <pc:spChg chg="mod">
          <ac:chgData name="Julio César Urueta Atencio" userId="ab9f77e8-4c37-433c-8760-f2b49081d547" providerId="ADAL" clId="{6825365A-F89D-43D2-9784-92C671EEFD11}" dt="2026-05-08T20:05:32.161" v="252" actId="1076"/>
          <ac:spMkLst>
            <pc:docMk/>
            <pc:sldMk cId="1481699515" sldId="258"/>
            <ac:spMk id="11" creationId="{692A3E9D-4537-3150-2927-ED1A225D138A}"/>
          </ac:spMkLst>
        </pc:spChg>
        <pc:spChg chg="mod">
          <ac:chgData name="Julio César Urueta Atencio" userId="ab9f77e8-4c37-433c-8760-f2b49081d547" providerId="ADAL" clId="{6825365A-F89D-43D2-9784-92C671EEFD11}" dt="2026-05-08T20:08:04.737" v="330" actId="20577"/>
          <ac:spMkLst>
            <pc:docMk/>
            <pc:sldMk cId="1481699515" sldId="258"/>
            <ac:spMk id="12" creationId="{681A3E83-3C32-0DA1-9092-582FF5E9C0FF}"/>
          </ac:spMkLst>
        </pc:spChg>
        <pc:spChg chg="mod">
          <ac:chgData name="Julio César Urueta Atencio" userId="ab9f77e8-4c37-433c-8760-f2b49081d547" providerId="ADAL" clId="{6825365A-F89D-43D2-9784-92C671EEFD11}" dt="2026-05-08T20:05:32.161" v="252" actId="1076"/>
          <ac:spMkLst>
            <pc:docMk/>
            <pc:sldMk cId="1481699515" sldId="258"/>
            <ac:spMk id="14" creationId="{6AF81E17-83B2-8A5E-8C48-8654342114A6}"/>
          </ac:spMkLst>
        </pc:spChg>
        <pc:spChg chg="mod">
          <ac:chgData name="Julio César Urueta Atencio" userId="ab9f77e8-4c37-433c-8760-f2b49081d547" providerId="ADAL" clId="{6825365A-F89D-43D2-9784-92C671EEFD11}" dt="2026-05-08T20:08:33.219" v="344" actId="20577"/>
          <ac:spMkLst>
            <pc:docMk/>
            <pc:sldMk cId="1481699515" sldId="258"/>
            <ac:spMk id="15" creationId="{4409E4A1-6B23-9518-A7F3-061400DC7B7B}"/>
          </ac:spMkLst>
        </pc:spChg>
        <pc:spChg chg="add del mod">
          <ac:chgData name="Julio César Urueta Atencio" userId="ab9f77e8-4c37-433c-8760-f2b49081d547" providerId="ADAL" clId="{6825365A-F89D-43D2-9784-92C671EEFD11}" dt="2026-05-08T20:05:55.335" v="254" actId="108"/>
          <ac:spMkLst>
            <pc:docMk/>
            <pc:sldMk cId="1481699515" sldId="258"/>
            <ac:spMk id="17" creationId="{F49FDF41-E2DA-8558-2B9B-BC71EB2F107E}"/>
          </ac:spMkLst>
        </pc:spChg>
        <pc:spChg chg="add del mod">
          <ac:chgData name="Julio César Urueta Atencio" userId="ab9f77e8-4c37-433c-8760-f2b49081d547" providerId="ADAL" clId="{6825365A-F89D-43D2-9784-92C671EEFD11}" dt="2026-05-08T20:08:41.036" v="350" actId="6549"/>
          <ac:spMkLst>
            <pc:docMk/>
            <pc:sldMk cId="1481699515" sldId="258"/>
            <ac:spMk id="18" creationId="{B9DB1402-1622-FE8A-4459-41234E8EF684}"/>
          </ac:spMkLst>
        </pc:spChg>
        <pc:picChg chg="mod">
          <ac:chgData name="Julio César Urueta Atencio" userId="ab9f77e8-4c37-433c-8760-f2b49081d547" providerId="ADAL" clId="{6825365A-F89D-43D2-9784-92C671EEFD11}" dt="2026-05-08T20:01:12.502" v="134" actId="1076"/>
          <ac:picMkLst>
            <pc:docMk/>
            <pc:sldMk cId="1481699515" sldId="258"/>
            <ac:picMk id="4" creationId="{D19CECA2-6BB1-C36C-F00F-7A807214F1BA}"/>
          </ac:picMkLst>
        </pc:picChg>
        <pc:picChg chg="mod">
          <ac:chgData name="Julio César Urueta Atencio" userId="ab9f77e8-4c37-433c-8760-f2b49081d547" providerId="ADAL" clId="{6825365A-F89D-43D2-9784-92C671EEFD11}" dt="2026-05-08T20:05:32.161" v="252" actId="1076"/>
          <ac:picMkLst>
            <pc:docMk/>
            <pc:sldMk cId="1481699515" sldId="258"/>
            <ac:picMk id="6" creationId="{179501F8-A271-66D1-08DB-14FE62C9A5ED}"/>
          </ac:picMkLst>
        </pc:picChg>
        <pc:picChg chg="mod">
          <ac:chgData name="Julio César Urueta Atencio" userId="ab9f77e8-4c37-433c-8760-f2b49081d547" providerId="ADAL" clId="{6825365A-F89D-43D2-9784-92C671EEFD11}" dt="2026-05-08T20:05:22.971" v="248" actId="1076"/>
          <ac:picMkLst>
            <pc:docMk/>
            <pc:sldMk cId="1481699515" sldId="258"/>
            <ac:picMk id="9" creationId="{415689A1-B37F-7D99-F7C9-1D4087540043}"/>
          </ac:picMkLst>
        </pc:picChg>
        <pc:picChg chg="mod">
          <ac:chgData name="Julio César Urueta Atencio" userId="ab9f77e8-4c37-433c-8760-f2b49081d547" providerId="ADAL" clId="{6825365A-F89D-43D2-9784-92C671EEFD11}" dt="2026-05-08T20:05:22.971" v="248" actId="1076"/>
          <ac:picMkLst>
            <pc:docMk/>
            <pc:sldMk cId="1481699515" sldId="258"/>
            <ac:picMk id="13" creationId="{D352D5C2-FB1A-FC1C-0825-C7E9BAD44A03}"/>
          </ac:picMkLst>
        </pc:picChg>
        <pc:picChg chg="add del mod">
          <ac:chgData name="Julio César Urueta Atencio" userId="ab9f77e8-4c37-433c-8760-f2b49081d547" providerId="ADAL" clId="{6825365A-F89D-43D2-9784-92C671EEFD11}" dt="2026-05-08T20:05:32.161" v="252" actId="1076"/>
          <ac:picMkLst>
            <pc:docMk/>
            <pc:sldMk cId="1481699515" sldId="258"/>
            <ac:picMk id="16" creationId="{85732C10-3FED-2F44-6CD0-B34813066171}"/>
          </ac:picMkLst>
        </pc:picChg>
      </pc:sldChg>
      <pc:sldChg chg="modSp mod">
        <pc:chgData name="Julio César Urueta Atencio" userId="ab9f77e8-4c37-433c-8760-f2b49081d547" providerId="ADAL" clId="{6825365A-F89D-43D2-9784-92C671EEFD11}" dt="2026-05-12T19:21:28.935" v="1266" actId="1076"/>
        <pc:sldMkLst>
          <pc:docMk/>
          <pc:sldMk cId="1137914713" sldId="376"/>
        </pc:sldMkLst>
        <pc:spChg chg="mod">
          <ac:chgData name="Julio César Urueta Atencio" userId="ab9f77e8-4c37-433c-8760-f2b49081d547" providerId="ADAL" clId="{6825365A-F89D-43D2-9784-92C671EEFD11}" dt="2026-05-12T19:21:28.935" v="1266" actId="1076"/>
          <ac:spMkLst>
            <pc:docMk/>
            <pc:sldMk cId="1137914713" sldId="376"/>
            <ac:spMk id="3" creationId="{D0D19517-A305-EA9F-0FD9-05E78947DF44}"/>
          </ac:spMkLst>
        </pc:spChg>
      </pc:sldChg>
      <pc:sldChg chg="modSp mod">
        <pc:chgData name="Julio César Urueta Atencio" userId="ab9f77e8-4c37-433c-8760-f2b49081d547" providerId="ADAL" clId="{6825365A-F89D-43D2-9784-92C671EEFD11}" dt="2026-05-08T19:41:17.671" v="4" actId="1076"/>
        <pc:sldMkLst>
          <pc:docMk/>
          <pc:sldMk cId="0" sldId="440"/>
        </pc:sldMkLst>
        <pc:spChg chg="mod">
          <ac:chgData name="Julio César Urueta Atencio" userId="ab9f77e8-4c37-433c-8760-f2b49081d547" providerId="ADAL" clId="{6825365A-F89D-43D2-9784-92C671EEFD11}" dt="2026-05-08T19:41:17.671" v="4" actId="1076"/>
          <ac:spMkLst>
            <pc:docMk/>
            <pc:sldMk cId="0" sldId="440"/>
            <ac:spMk id="19" creationId="{AC1801CF-5AE9-2938-05B3-69619D332E62}"/>
          </ac:spMkLst>
        </pc:spChg>
      </pc:sldChg>
      <pc:sldChg chg="addSp delSp del">
        <pc:chgData name="Julio César Urueta Atencio" userId="ab9f77e8-4c37-433c-8760-f2b49081d547" providerId="ADAL" clId="{6825365A-F89D-43D2-9784-92C671EEFD11}" dt="2026-05-12T19:14:13.574" v="1158" actId="47"/>
        <pc:sldMkLst>
          <pc:docMk/>
          <pc:sldMk cId="3764718200" sldId="470"/>
        </pc:sldMkLst>
        <pc:picChg chg="add">
          <ac:chgData name="Julio César Urueta Atencio" userId="ab9f77e8-4c37-433c-8760-f2b49081d547" providerId="ADAL" clId="{6825365A-F89D-43D2-9784-92C671EEFD11}" dt="2026-05-12T19:13:04.447" v="1139"/>
          <ac:picMkLst>
            <pc:docMk/>
            <pc:sldMk cId="3764718200" sldId="470"/>
            <ac:picMk id="1026" creationId="{C86023B5-12D0-41EC-3C7E-A8D50A73C1D7}"/>
          </ac:picMkLst>
        </pc:picChg>
        <pc:picChg chg="del">
          <ac:chgData name="Julio César Urueta Atencio" userId="ab9f77e8-4c37-433c-8760-f2b49081d547" providerId="ADAL" clId="{6825365A-F89D-43D2-9784-92C671EEFD11}" dt="2026-05-12T19:13:02.980" v="1138" actId="478"/>
          <ac:picMkLst>
            <pc:docMk/>
            <pc:sldMk cId="3764718200" sldId="470"/>
            <ac:picMk id="6146" creationId="{5E0D1351-AC6F-7C75-A7C5-6F0B1460DD01}"/>
          </ac:picMkLst>
        </pc:picChg>
      </pc:sldChg>
      <pc:sldChg chg="addSp modSp mod modAnim">
        <pc:chgData name="Julio César Urueta Atencio" userId="ab9f77e8-4c37-433c-8760-f2b49081d547" providerId="ADAL" clId="{6825365A-F89D-43D2-9784-92C671EEFD11}" dt="2026-05-08T21:11:39.274" v="525"/>
        <pc:sldMkLst>
          <pc:docMk/>
          <pc:sldMk cId="1052151883" sldId="523"/>
        </pc:sldMkLst>
        <pc:spChg chg="add mod">
          <ac:chgData name="Julio César Urueta Atencio" userId="ab9f77e8-4c37-433c-8760-f2b49081d547" providerId="ADAL" clId="{6825365A-F89D-43D2-9784-92C671EEFD11}" dt="2026-05-08T21:09:54.822" v="521" actId="1038"/>
          <ac:spMkLst>
            <pc:docMk/>
            <pc:sldMk cId="1052151883" sldId="523"/>
            <ac:spMk id="2" creationId="{DED1D6C9-7F4A-00C8-E29D-604B5C9D03C6}"/>
          </ac:spMkLst>
        </pc:spChg>
        <pc:spChg chg="mod">
          <ac:chgData name="Julio César Urueta Atencio" userId="ab9f77e8-4c37-433c-8760-f2b49081d547" providerId="ADAL" clId="{6825365A-F89D-43D2-9784-92C671EEFD11}" dt="2026-05-08T21:09:50.553" v="514" actId="1036"/>
          <ac:spMkLst>
            <pc:docMk/>
            <pc:sldMk cId="1052151883" sldId="523"/>
            <ac:spMk id="6" creationId="{5630CE45-697A-A910-2544-493810FD060A}"/>
          </ac:spMkLst>
        </pc:spChg>
        <pc:grpChg chg="mod">
          <ac:chgData name="Julio César Urueta Atencio" userId="ab9f77e8-4c37-433c-8760-f2b49081d547" providerId="ADAL" clId="{6825365A-F89D-43D2-9784-92C671EEFD11}" dt="2026-05-08T21:09:50.553" v="514" actId="1036"/>
          <ac:grpSpMkLst>
            <pc:docMk/>
            <pc:sldMk cId="1052151883" sldId="523"/>
            <ac:grpSpMk id="8" creationId="{33C0E678-7196-DD11-7678-B7670F016E3A}"/>
          </ac:grpSpMkLst>
        </pc:grpChg>
        <pc:picChg chg="add mod modCrop">
          <ac:chgData name="Julio César Urueta Atencio" userId="ab9f77e8-4c37-433c-8760-f2b49081d547" providerId="ADAL" clId="{6825365A-F89D-43D2-9784-92C671EEFD11}" dt="2026-05-08T21:10:44.542" v="524" actId="14100"/>
          <ac:picMkLst>
            <pc:docMk/>
            <pc:sldMk cId="1052151883" sldId="523"/>
            <ac:picMk id="3" creationId="{F9E53728-4362-4B44-98D6-E19DFC75C63A}"/>
          </ac:picMkLst>
        </pc:picChg>
        <pc:picChg chg="mod">
          <ac:chgData name="Julio César Urueta Atencio" userId="ab9f77e8-4c37-433c-8760-f2b49081d547" providerId="ADAL" clId="{6825365A-F89D-43D2-9784-92C671EEFD11}" dt="2026-05-08T21:09:50.553" v="514" actId="1036"/>
          <ac:picMkLst>
            <pc:docMk/>
            <pc:sldMk cId="1052151883" sldId="523"/>
            <ac:picMk id="1026" creationId="{06F872DC-8EE5-FA15-0B24-DE8E3C9EE68D}"/>
          </ac:picMkLst>
        </pc:picChg>
      </pc:sldChg>
      <pc:sldChg chg="addSp delSp modSp mod">
        <pc:chgData name="Julio César Urueta Atencio" userId="ab9f77e8-4c37-433c-8760-f2b49081d547" providerId="ADAL" clId="{6825365A-F89D-43D2-9784-92C671EEFD11}" dt="2026-05-08T22:18:41.148" v="640" actId="1076"/>
        <pc:sldMkLst>
          <pc:docMk/>
          <pc:sldMk cId="495170521" sldId="527"/>
        </pc:sldMkLst>
        <pc:spChg chg="add mod">
          <ac:chgData name="Julio César Urueta Atencio" userId="ab9f77e8-4c37-433c-8760-f2b49081d547" providerId="ADAL" clId="{6825365A-F89D-43D2-9784-92C671EEFD11}" dt="2026-05-08T22:18:23.909" v="637" actId="14100"/>
          <ac:spMkLst>
            <pc:docMk/>
            <pc:sldMk cId="495170521" sldId="527"/>
            <ac:spMk id="3" creationId="{5E6354A0-246B-A36A-724B-40C2716853CE}"/>
          </ac:spMkLst>
        </pc:spChg>
        <pc:picChg chg="add mod">
          <ac:chgData name="Julio César Urueta Atencio" userId="ab9f77e8-4c37-433c-8760-f2b49081d547" providerId="ADAL" clId="{6825365A-F89D-43D2-9784-92C671EEFD11}" dt="2026-05-08T22:18:41.148" v="640" actId="1076"/>
          <ac:picMkLst>
            <pc:docMk/>
            <pc:sldMk cId="495170521" sldId="527"/>
            <ac:picMk id="4" creationId="{37BFF08D-35E5-4C19-3975-21DF6D6319F5}"/>
          </ac:picMkLst>
        </pc:picChg>
        <pc:picChg chg="mod">
          <ac:chgData name="Julio César Urueta Atencio" userId="ab9f77e8-4c37-433c-8760-f2b49081d547" providerId="ADAL" clId="{6825365A-F89D-43D2-9784-92C671EEFD11}" dt="2026-05-08T22:18:19.651" v="636" actId="1076"/>
          <ac:picMkLst>
            <pc:docMk/>
            <pc:sldMk cId="495170521" sldId="527"/>
            <ac:picMk id="13" creationId="{C9F541D1-74EB-E74C-C21F-2A22BDD4B1D2}"/>
          </ac:picMkLst>
        </pc:picChg>
      </pc:sldChg>
      <pc:sldChg chg="addSp delSp modSp mod">
        <pc:chgData name="Julio César Urueta Atencio" userId="ab9f77e8-4c37-433c-8760-f2b49081d547" providerId="ADAL" clId="{6825365A-F89D-43D2-9784-92C671EEFD11}" dt="2026-05-12T18:39:17.732" v="989" actId="1076"/>
        <pc:sldMkLst>
          <pc:docMk/>
          <pc:sldMk cId="637286196" sldId="531"/>
        </pc:sldMkLst>
        <pc:spChg chg="del mod">
          <ac:chgData name="Julio César Urueta Atencio" userId="ab9f77e8-4c37-433c-8760-f2b49081d547" providerId="ADAL" clId="{6825365A-F89D-43D2-9784-92C671EEFD11}" dt="2026-05-12T18:39:04.339" v="986" actId="478"/>
          <ac:spMkLst>
            <pc:docMk/>
            <pc:sldMk cId="637286196" sldId="531"/>
            <ac:spMk id="16" creationId="{C7D4C1A9-2F8C-0C3E-200C-1D4B518E5AF5}"/>
          </ac:spMkLst>
        </pc:spChg>
        <pc:picChg chg="add 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5" creationId="{3884FC53-7E8C-8E55-826A-C834B6E63083}"/>
          </ac:picMkLst>
        </pc:picChg>
        <pc:picChg chg="mod">
          <ac:chgData name="Julio César Urueta Atencio" userId="ab9f77e8-4c37-433c-8760-f2b49081d547" providerId="ADAL" clId="{6825365A-F89D-43D2-9784-92C671EEFD11}" dt="2026-05-12T18:39:17.732" v="989" actId="1076"/>
          <ac:picMkLst>
            <pc:docMk/>
            <pc:sldMk cId="637286196" sldId="531"/>
            <ac:picMk id="6" creationId="{5833C890-CE41-DB2B-982A-E30D0E7AA5E0}"/>
          </ac:picMkLst>
        </pc:picChg>
        <pc:picChg chg="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7" creationId="{F27085E8-B6B5-A34F-258D-EA50919EFF85}"/>
          </ac:picMkLst>
        </pc:picChg>
        <pc:picChg chg="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9" creationId="{2CF6FE40-95E2-DCA7-2A77-9E75EA576775}"/>
          </ac:picMkLst>
        </pc:picChg>
        <pc:picChg chg="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10" creationId="{42C675AF-B484-F3F5-E2FF-671E99B73B9E}"/>
          </ac:picMkLst>
        </pc:picChg>
        <pc:picChg chg="add 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17" creationId="{28D01212-1B3C-932B-BEF1-1DB28B00BB22}"/>
          </ac:picMkLst>
        </pc:picChg>
        <pc:picChg chg="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18" creationId="{347055D7-2FFB-3E4C-2205-D75CD788AF9B}"/>
          </ac:picMkLst>
        </pc:picChg>
        <pc:picChg chg="add mod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20" creationId="{93F5B69B-0FA6-4234-30B8-A0814967A7BE}"/>
          </ac:picMkLst>
        </pc:picChg>
        <pc:picChg chg="add mod modCrop">
          <ac:chgData name="Julio César Urueta Atencio" userId="ab9f77e8-4c37-433c-8760-f2b49081d547" providerId="ADAL" clId="{6825365A-F89D-43D2-9784-92C671EEFD11}" dt="2026-05-12T18:39:15.989" v="988" actId="1076"/>
          <ac:picMkLst>
            <pc:docMk/>
            <pc:sldMk cId="637286196" sldId="531"/>
            <ac:picMk id="22" creationId="{951AC6F6-84B4-FEF6-0F60-2D9FB4A8F95E}"/>
          </ac:picMkLst>
        </pc:picChg>
      </pc:sldChg>
      <pc:sldChg chg="addSp delSp modSp mod">
        <pc:chgData name="Julio César Urueta Atencio" userId="ab9f77e8-4c37-433c-8760-f2b49081d547" providerId="ADAL" clId="{6825365A-F89D-43D2-9784-92C671EEFD11}" dt="2026-05-12T18:35:58.603" v="983" actId="1076"/>
        <pc:sldMkLst>
          <pc:docMk/>
          <pc:sldMk cId="3690768054" sldId="534"/>
        </pc:sldMkLst>
        <pc:spChg chg="mod">
          <ac:chgData name="Julio César Urueta Atencio" userId="ab9f77e8-4c37-433c-8760-f2b49081d547" providerId="ADAL" clId="{6825365A-F89D-43D2-9784-92C671EEFD11}" dt="2026-05-12T18:35:58.603" v="983" actId="1076"/>
          <ac:spMkLst>
            <pc:docMk/>
            <pc:sldMk cId="3690768054" sldId="534"/>
            <ac:spMk id="4" creationId="{DE5F45ED-4667-7A00-0989-7B8226D454F4}"/>
          </ac:spMkLst>
        </pc:spChg>
        <pc:picChg chg="mod">
          <ac:chgData name="Julio César Urueta Atencio" userId="ab9f77e8-4c37-433c-8760-f2b49081d547" providerId="ADAL" clId="{6825365A-F89D-43D2-9784-92C671EEFD11}" dt="2026-05-12T18:35:54.235" v="982" actId="1076"/>
          <ac:picMkLst>
            <pc:docMk/>
            <pc:sldMk cId="3690768054" sldId="534"/>
            <ac:picMk id="12" creationId="{1B3D9707-7B9A-14B1-AE0D-3F65202AE751}"/>
          </ac:picMkLst>
        </pc:picChg>
        <pc:picChg chg="add mod">
          <ac:chgData name="Julio César Urueta Atencio" userId="ab9f77e8-4c37-433c-8760-f2b49081d547" providerId="ADAL" clId="{6825365A-F89D-43D2-9784-92C671EEFD11}" dt="2026-05-08T20:34:19.447" v="410" actId="1076"/>
          <ac:picMkLst>
            <pc:docMk/>
            <pc:sldMk cId="3690768054" sldId="534"/>
            <ac:picMk id="1028" creationId="{279E3E29-C8F7-4AD4-870F-E811EEE75315}"/>
          </ac:picMkLst>
        </pc:picChg>
      </pc:sldChg>
      <pc:sldChg chg="addSp delSp modSp add mod">
        <pc:chgData name="Julio César Urueta Atencio" userId="ab9f77e8-4c37-433c-8760-f2b49081d547" providerId="ADAL" clId="{6825365A-F89D-43D2-9784-92C671EEFD11}" dt="2026-05-08T21:42:16.767" v="577" actId="1076"/>
        <pc:sldMkLst>
          <pc:docMk/>
          <pc:sldMk cId="3573578216" sldId="536"/>
        </pc:sldMkLst>
        <pc:spChg chg="add mod">
          <ac:chgData name="Julio César Urueta Atencio" userId="ab9f77e8-4c37-433c-8760-f2b49081d547" providerId="ADAL" clId="{6825365A-F89D-43D2-9784-92C671EEFD11}" dt="2026-05-08T21:41:32.769" v="570" actId="1076"/>
          <ac:spMkLst>
            <pc:docMk/>
            <pc:sldMk cId="3573578216" sldId="536"/>
            <ac:spMk id="8" creationId="{241CABF9-9AD7-6B9D-A6DC-5E730A146014}"/>
          </ac:spMkLst>
        </pc:spChg>
        <pc:picChg chg="add mod">
          <ac:chgData name="Julio César Urueta Atencio" userId="ab9f77e8-4c37-433c-8760-f2b49081d547" providerId="ADAL" clId="{6825365A-F89D-43D2-9784-92C671EEFD11}" dt="2026-05-08T21:35:18.954" v="557" actId="14100"/>
          <ac:picMkLst>
            <pc:docMk/>
            <pc:sldMk cId="3573578216" sldId="536"/>
            <ac:picMk id="5" creationId="{6B85913E-28C0-4928-EBDB-DB148D72C22E}"/>
          </ac:picMkLst>
        </pc:picChg>
        <pc:picChg chg="add mod">
          <ac:chgData name="Julio César Urueta Atencio" userId="ab9f77e8-4c37-433c-8760-f2b49081d547" providerId="ADAL" clId="{6825365A-F89D-43D2-9784-92C671EEFD11}" dt="2026-05-08T21:42:16.767" v="577" actId="1076"/>
          <ac:picMkLst>
            <pc:docMk/>
            <pc:sldMk cId="3573578216" sldId="536"/>
            <ac:picMk id="6" creationId="{3E98F21B-5AEC-6164-6465-93C1FF19C871}"/>
          </ac:picMkLst>
        </pc:picChg>
        <pc:picChg chg="add mod">
          <ac:chgData name="Julio César Urueta Atencio" userId="ab9f77e8-4c37-433c-8760-f2b49081d547" providerId="ADAL" clId="{6825365A-F89D-43D2-9784-92C671EEFD11}" dt="2026-05-08T21:41:41.970" v="571" actId="1076"/>
          <ac:picMkLst>
            <pc:docMk/>
            <pc:sldMk cId="3573578216" sldId="536"/>
            <ac:picMk id="7" creationId="{6CE2AE3B-E874-E8FE-0943-BCD038642D81}"/>
          </ac:picMkLst>
        </pc:picChg>
        <pc:picChg chg="add mod">
          <ac:chgData name="Julio César Urueta Atencio" userId="ab9f77e8-4c37-433c-8760-f2b49081d547" providerId="ADAL" clId="{6825365A-F89D-43D2-9784-92C671EEFD11}" dt="2026-05-08T21:42:00.097" v="574" actId="14100"/>
          <ac:picMkLst>
            <pc:docMk/>
            <pc:sldMk cId="3573578216" sldId="536"/>
            <ac:picMk id="9" creationId="{C48A8E83-817D-F9AC-BADA-B396D1676786}"/>
          </ac:picMkLst>
        </pc:picChg>
        <pc:picChg chg="add mod">
          <ac:chgData name="Julio César Urueta Atencio" userId="ab9f77e8-4c37-433c-8760-f2b49081d547" providerId="ADAL" clId="{6825365A-F89D-43D2-9784-92C671EEFD11}" dt="2026-05-08T21:42:00.097" v="574" actId="14100"/>
          <ac:picMkLst>
            <pc:docMk/>
            <pc:sldMk cId="3573578216" sldId="536"/>
            <ac:picMk id="10" creationId="{76630F07-EA42-9C84-2DAE-E414BA0F61BA}"/>
          </ac:picMkLst>
        </pc:picChg>
        <pc:picChg chg="add mod">
          <ac:chgData name="Julio César Urueta Atencio" userId="ab9f77e8-4c37-433c-8760-f2b49081d547" providerId="ADAL" clId="{6825365A-F89D-43D2-9784-92C671EEFD11}" dt="2026-05-08T21:42:00.097" v="574" actId="14100"/>
          <ac:picMkLst>
            <pc:docMk/>
            <pc:sldMk cId="3573578216" sldId="536"/>
            <ac:picMk id="11" creationId="{E73CC0F8-86A3-DED3-4224-99BFB455AA1D}"/>
          </ac:picMkLst>
        </pc:picChg>
        <pc:picChg chg="add mod">
          <ac:chgData name="Julio César Urueta Atencio" userId="ab9f77e8-4c37-433c-8760-f2b49081d547" providerId="ADAL" clId="{6825365A-F89D-43D2-9784-92C671EEFD11}" dt="2026-05-08T21:42:03.298" v="575" actId="1076"/>
          <ac:picMkLst>
            <pc:docMk/>
            <pc:sldMk cId="3573578216" sldId="536"/>
            <ac:picMk id="13" creationId="{62EE8336-52FA-8B5B-5A6E-C2208F676095}"/>
          </ac:picMkLst>
        </pc:picChg>
        <pc:picChg chg="add mod">
          <ac:chgData name="Julio César Urueta Atencio" userId="ab9f77e8-4c37-433c-8760-f2b49081d547" providerId="ADAL" clId="{6825365A-F89D-43D2-9784-92C671EEFD11}" dt="2026-05-08T21:42:07.174" v="576" actId="14100"/>
          <ac:picMkLst>
            <pc:docMk/>
            <pc:sldMk cId="3573578216" sldId="536"/>
            <ac:picMk id="14" creationId="{6E8A0A14-9182-C83E-DBB2-2E2145113751}"/>
          </ac:picMkLst>
        </pc:picChg>
      </pc:sldChg>
      <pc:sldChg chg="addSp delSp modSp add mod">
        <pc:chgData name="Julio César Urueta Atencio" userId="ab9f77e8-4c37-433c-8760-f2b49081d547" providerId="ADAL" clId="{6825365A-F89D-43D2-9784-92C671EEFD11}" dt="2026-05-08T23:04:35.502" v="913" actId="1036"/>
        <pc:sldMkLst>
          <pc:docMk/>
          <pc:sldMk cId="3670487909" sldId="537"/>
        </pc:sldMkLst>
        <pc:spChg chg="mod">
          <ac:chgData name="Julio César Urueta Atencio" userId="ab9f77e8-4c37-433c-8760-f2b49081d547" providerId="ADAL" clId="{6825365A-F89D-43D2-9784-92C671EEFD11}" dt="2026-05-08T23:02:06.928" v="873" actId="1076"/>
          <ac:spMkLst>
            <pc:docMk/>
            <pc:sldMk cId="3670487909" sldId="537"/>
            <ac:spMk id="2" creationId="{8E4E9F9D-D676-CAAF-00DD-5834E0E1A0CC}"/>
          </ac:spMkLst>
        </pc:spChg>
        <pc:spChg chg="add mod">
          <ac:chgData name="Julio César Urueta Atencio" userId="ab9f77e8-4c37-433c-8760-f2b49081d547" providerId="ADAL" clId="{6825365A-F89D-43D2-9784-92C671EEFD11}" dt="2026-05-08T23:04:35.502" v="913" actId="1036"/>
          <ac:spMkLst>
            <pc:docMk/>
            <pc:sldMk cId="3670487909" sldId="537"/>
            <ac:spMk id="5" creationId="{1E0EF7EA-AE05-B6F2-718A-AD54CBB116AA}"/>
          </ac:spMkLst>
        </pc:spChg>
        <pc:spChg chg="add mod ord">
          <ac:chgData name="Julio César Urueta Atencio" userId="ab9f77e8-4c37-433c-8760-f2b49081d547" providerId="ADAL" clId="{6825365A-F89D-43D2-9784-92C671EEFD11}" dt="2026-05-08T23:02:34.239" v="891" actId="1035"/>
          <ac:spMkLst>
            <pc:docMk/>
            <pc:sldMk cId="3670487909" sldId="537"/>
            <ac:spMk id="6" creationId="{E8E035FC-89E6-A468-C470-2F97BC210D26}"/>
          </ac:spMkLst>
        </pc:spChg>
        <pc:picChg chg="mod ord">
          <ac:chgData name="Julio César Urueta Atencio" userId="ab9f77e8-4c37-433c-8760-f2b49081d547" providerId="ADAL" clId="{6825365A-F89D-43D2-9784-92C671EEFD11}" dt="2026-05-08T23:02:20.085" v="878" actId="14100"/>
          <ac:picMkLst>
            <pc:docMk/>
            <pc:sldMk cId="3670487909" sldId="537"/>
            <ac:picMk id="13" creationId="{F852E5BA-0128-EB10-7FEC-0EADA2A771B8}"/>
          </ac:picMkLst>
        </pc:picChg>
        <pc:picChg chg="add mod">
          <ac:chgData name="Julio César Urueta Atencio" userId="ab9f77e8-4c37-433c-8760-f2b49081d547" providerId="ADAL" clId="{6825365A-F89D-43D2-9784-92C671EEFD11}" dt="2026-05-08T23:02:34.239" v="891" actId="1035"/>
          <ac:picMkLst>
            <pc:docMk/>
            <pc:sldMk cId="3670487909" sldId="537"/>
            <ac:picMk id="3078" creationId="{473539D7-FA59-3A2B-B12A-AB47D257C924}"/>
          </ac:picMkLst>
        </pc:picChg>
      </pc:sldChg>
      <pc:sldChg chg="delSp modSp add del mod">
        <pc:chgData name="Julio César Urueta Atencio" userId="ab9f77e8-4c37-433c-8760-f2b49081d547" providerId="ADAL" clId="{6825365A-F89D-43D2-9784-92C671EEFD11}" dt="2026-05-12T18:56:03.768" v="1137" actId="47"/>
        <pc:sldMkLst>
          <pc:docMk/>
          <pc:sldMk cId="3679813312" sldId="538"/>
        </pc:sldMkLst>
        <pc:spChg chg="mod">
          <ac:chgData name="Julio César Urueta Atencio" userId="ab9f77e8-4c37-433c-8760-f2b49081d547" providerId="ADAL" clId="{6825365A-F89D-43D2-9784-92C671EEFD11}" dt="2026-05-12T18:43:50.605" v="1065" actId="1076"/>
          <ac:spMkLst>
            <pc:docMk/>
            <pc:sldMk cId="3679813312" sldId="538"/>
            <ac:spMk id="2" creationId="{1FB08C0C-C09E-A13D-85C2-06E6E4E14AEF}"/>
          </ac:spMkLst>
        </pc:sp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5" creationId="{671B34D1-8E91-5CCA-F4D2-D56B19D06EF6}"/>
          </ac:picMkLst>
        </pc:picChg>
        <pc:picChg chg="del">
          <ac:chgData name="Julio César Urueta Atencio" userId="ab9f77e8-4c37-433c-8760-f2b49081d547" providerId="ADAL" clId="{6825365A-F89D-43D2-9784-92C671EEFD11}" dt="2026-05-12T18:43:59.071" v="1067" actId="478"/>
          <ac:picMkLst>
            <pc:docMk/>
            <pc:sldMk cId="3679813312" sldId="538"/>
            <ac:picMk id="6" creationId="{33FAB729-781E-5F3E-B5AB-9AE56AFD11F6}"/>
          </ac:picMkLst>
        </pc:picChg>
        <pc:picChg chg="del">
          <ac:chgData name="Julio César Urueta Atencio" userId="ab9f77e8-4c37-433c-8760-f2b49081d547" providerId="ADAL" clId="{6825365A-F89D-43D2-9784-92C671EEFD11}" dt="2026-05-12T18:43:59.071" v="1067" actId="478"/>
          <ac:picMkLst>
            <pc:docMk/>
            <pc:sldMk cId="3679813312" sldId="538"/>
            <ac:picMk id="7" creationId="{35900BF7-8DAF-3349-83C8-51D03D571E5F}"/>
          </ac:picMkLst>
        </pc:pic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9" creationId="{2F4E5A7A-5E6C-7B46-EEE3-C93F78BFA51F}"/>
          </ac:picMkLst>
        </pc:pic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10" creationId="{DA4ADF88-3645-C16E-C853-0525EAAB4F38}"/>
          </ac:picMkLst>
        </pc:pic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17" creationId="{1B1394A5-2F47-4370-103F-F9BF229F4C38}"/>
          </ac:picMkLst>
        </pc:pic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18" creationId="{024DF2C3-404E-43A7-89EA-2D9A59134066}"/>
          </ac:picMkLst>
        </pc:pic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20" creationId="{1BC0FB2E-697C-ADA5-C268-43F0048CDEEF}"/>
          </ac:picMkLst>
        </pc:picChg>
        <pc:picChg chg="del">
          <ac:chgData name="Julio César Urueta Atencio" userId="ab9f77e8-4c37-433c-8760-f2b49081d547" providerId="ADAL" clId="{6825365A-F89D-43D2-9784-92C671EEFD11}" dt="2026-05-12T18:43:56.314" v="1066" actId="478"/>
          <ac:picMkLst>
            <pc:docMk/>
            <pc:sldMk cId="3679813312" sldId="538"/>
            <ac:picMk id="22" creationId="{10A208AB-0E7A-ED91-0874-9904A34881C9}"/>
          </ac:picMkLst>
        </pc:picChg>
      </pc:sldChg>
      <pc:sldChg chg="addSp delSp modSp add mod modShow">
        <pc:chgData name="Julio César Urueta Atencio" userId="ab9f77e8-4c37-433c-8760-f2b49081d547" providerId="ADAL" clId="{6825365A-F89D-43D2-9784-92C671EEFD11}" dt="2026-05-12T19:22:49.056" v="1270" actId="1076"/>
        <pc:sldMkLst>
          <pc:docMk/>
          <pc:sldMk cId="1579555710" sldId="539"/>
        </pc:sldMkLst>
        <pc:spChg chg="mod ord">
          <ac:chgData name="Julio César Urueta Atencio" userId="ab9f77e8-4c37-433c-8760-f2b49081d547" providerId="ADAL" clId="{6825365A-F89D-43D2-9784-92C671EEFD11}" dt="2026-05-12T19:22:49.056" v="1270" actId="1076"/>
          <ac:spMkLst>
            <pc:docMk/>
            <pc:sldMk cId="1579555710" sldId="539"/>
            <ac:spMk id="2" creationId="{0762417A-FD31-9956-CF35-AB636EFAEA9B}"/>
          </ac:spMkLst>
        </pc:spChg>
        <pc:spChg chg="add mod">
          <ac:chgData name="Julio César Urueta Atencio" userId="ab9f77e8-4c37-433c-8760-f2b49081d547" providerId="ADAL" clId="{6825365A-F89D-43D2-9784-92C671EEFD11}" dt="2026-05-12T18:48:46.413" v="1118" actId="1076"/>
          <ac:spMkLst>
            <pc:docMk/>
            <pc:sldMk cId="1579555710" sldId="539"/>
            <ac:spMk id="4" creationId="{24ABAB03-8380-C9BE-FF27-505DBD71A426}"/>
          </ac:spMkLst>
        </pc:spChg>
        <pc:picChg chg="mod">
          <ac:chgData name="Julio César Urueta Atencio" userId="ab9f77e8-4c37-433c-8760-f2b49081d547" providerId="ADAL" clId="{6825365A-F89D-43D2-9784-92C671EEFD11}" dt="2026-05-12T19:22:42.369" v="1269" actId="1076"/>
          <ac:picMkLst>
            <pc:docMk/>
            <pc:sldMk cId="1579555710" sldId="539"/>
            <ac:picMk id="5" creationId="{6CFD39ED-23C4-C601-4F3C-E19A0776A8E1}"/>
          </ac:picMkLst>
        </pc:picChg>
        <pc:picChg chg="mod">
          <ac:chgData name="Julio César Urueta Atencio" userId="ab9f77e8-4c37-433c-8760-f2b49081d547" providerId="ADAL" clId="{6825365A-F89D-43D2-9784-92C671EEFD11}" dt="2026-05-12T19:22:42.369" v="1269" actId="1076"/>
          <ac:picMkLst>
            <pc:docMk/>
            <pc:sldMk cId="1579555710" sldId="539"/>
            <ac:picMk id="6" creationId="{340D1E4D-0506-C2BE-224B-3DB5A00B677B}"/>
          </ac:picMkLst>
        </pc:picChg>
        <pc:picChg chg="mod">
          <ac:chgData name="Julio César Urueta Atencio" userId="ab9f77e8-4c37-433c-8760-f2b49081d547" providerId="ADAL" clId="{6825365A-F89D-43D2-9784-92C671EEFD11}" dt="2026-05-12T19:22:42.369" v="1269" actId="1076"/>
          <ac:picMkLst>
            <pc:docMk/>
            <pc:sldMk cId="1579555710" sldId="539"/>
            <ac:picMk id="7" creationId="{C65B574A-6B94-181D-BBB6-978282EA9869}"/>
          </ac:picMkLst>
        </pc:picChg>
        <pc:picChg chg="mod">
          <ac:chgData name="Julio César Urueta Atencio" userId="ab9f77e8-4c37-433c-8760-f2b49081d547" providerId="ADAL" clId="{6825365A-F89D-43D2-9784-92C671EEFD11}" dt="2026-05-12T19:22:42.369" v="1269" actId="1076"/>
          <ac:picMkLst>
            <pc:docMk/>
            <pc:sldMk cId="1579555710" sldId="539"/>
            <ac:picMk id="9" creationId="{D803A4D3-0AF0-71F2-749B-94B59D9D7FC8}"/>
          </ac:picMkLst>
        </pc:picChg>
        <pc:picChg chg="mod">
          <ac:chgData name="Julio César Urueta Atencio" userId="ab9f77e8-4c37-433c-8760-f2b49081d547" providerId="ADAL" clId="{6825365A-F89D-43D2-9784-92C671EEFD11}" dt="2026-05-12T19:22:42.369" v="1269" actId="1076"/>
          <ac:picMkLst>
            <pc:docMk/>
            <pc:sldMk cId="1579555710" sldId="539"/>
            <ac:picMk id="10" creationId="{5187A172-48ED-BE14-B9AE-C8186E8CDB40}"/>
          </ac:picMkLst>
        </pc:picChg>
        <pc:picChg chg="add mod">
          <ac:chgData name="Julio César Urueta Atencio" userId="ab9f77e8-4c37-433c-8760-f2b49081d547" providerId="ADAL" clId="{6825365A-F89D-43D2-9784-92C671EEFD11}" dt="2026-05-12T18:54:57.250" v="1130" actId="1076"/>
          <ac:picMkLst>
            <pc:docMk/>
            <pc:sldMk cId="1579555710" sldId="539"/>
            <ac:picMk id="11" creationId="{A3615C3D-123E-2E96-3A20-A205F07E664A}"/>
          </ac:picMkLst>
        </pc:picChg>
        <pc:picChg chg="add mod">
          <ac:chgData name="Julio César Urueta Atencio" userId="ab9f77e8-4c37-433c-8760-f2b49081d547" providerId="ADAL" clId="{6825365A-F89D-43D2-9784-92C671EEFD11}" dt="2026-05-12T18:55:00.423" v="1131" actId="1076"/>
          <ac:picMkLst>
            <pc:docMk/>
            <pc:sldMk cId="1579555710" sldId="539"/>
            <ac:picMk id="14" creationId="{64CEED31-98D6-2235-CE55-34EC4791B2FA}"/>
          </ac:picMkLst>
        </pc:picChg>
        <pc:picChg chg="add mod">
          <ac:chgData name="Julio César Urueta Atencio" userId="ab9f77e8-4c37-433c-8760-f2b49081d547" providerId="ADAL" clId="{6825365A-F89D-43D2-9784-92C671EEFD11}" dt="2026-05-12T18:54:55.132" v="1129" actId="1076"/>
          <ac:picMkLst>
            <pc:docMk/>
            <pc:sldMk cId="1579555710" sldId="539"/>
            <ac:picMk id="16" creationId="{FDD2CAAA-D029-51A4-C2DF-B7268DED0B61}"/>
          </ac:picMkLst>
        </pc:picChg>
        <pc:picChg chg="del">
          <ac:chgData name="Julio César Urueta Atencio" userId="ab9f77e8-4c37-433c-8760-f2b49081d547" providerId="ADAL" clId="{6825365A-F89D-43D2-9784-92C671EEFD11}" dt="2026-05-12T18:47:44.772" v="1071" actId="478"/>
          <ac:picMkLst>
            <pc:docMk/>
            <pc:sldMk cId="1579555710" sldId="539"/>
            <ac:picMk id="17" creationId="{0592CB8C-D5B7-97BA-71E2-18FCF0216B26}"/>
          </ac:picMkLst>
        </pc:picChg>
        <pc:picChg chg="del">
          <ac:chgData name="Julio César Urueta Atencio" userId="ab9f77e8-4c37-433c-8760-f2b49081d547" providerId="ADAL" clId="{6825365A-F89D-43D2-9784-92C671EEFD11}" dt="2026-05-12T18:47:44.114" v="1070" actId="478"/>
          <ac:picMkLst>
            <pc:docMk/>
            <pc:sldMk cId="1579555710" sldId="539"/>
            <ac:picMk id="18" creationId="{B38FD3BF-6A02-364A-E9F5-AE2B8266DD74}"/>
          </ac:picMkLst>
        </pc:picChg>
        <pc:picChg chg="del">
          <ac:chgData name="Julio César Urueta Atencio" userId="ab9f77e8-4c37-433c-8760-f2b49081d547" providerId="ADAL" clId="{6825365A-F89D-43D2-9784-92C671EEFD11}" dt="2026-05-12T18:47:45.442" v="1072" actId="478"/>
          <ac:picMkLst>
            <pc:docMk/>
            <pc:sldMk cId="1579555710" sldId="539"/>
            <ac:picMk id="20" creationId="{636DF041-A2C1-0FB1-C3AE-EA3A17EE5971}"/>
          </ac:picMkLst>
        </pc:picChg>
        <pc:picChg chg="add mod">
          <ac:chgData name="Julio César Urueta Atencio" userId="ab9f77e8-4c37-433c-8760-f2b49081d547" providerId="ADAL" clId="{6825365A-F89D-43D2-9784-92C671EEFD11}" dt="2026-05-12T18:55:49.370" v="1136" actId="1076"/>
          <ac:picMkLst>
            <pc:docMk/>
            <pc:sldMk cId="1579555710" sldId="539"/>
            <ac:picMk id="21" creationId="{31DE5197-F748-A1A9-CF57-801EE433823A}"/>
          </ac:picMkLst>
        </pc:picChg>
        <pc:picChg chg="del">
          <ac:chgData name="Julio César Urueta Atencio" userId="ab9f77e8-4c37-433c-8760-f2b49081d547" providerId="ADAL" clId="{6825365A-F89D-43D2-9784-92C671EEFD11}" dt="2026-05-12T18:47:45.979" v="1073" actId="478"/>
          <ac:picMkLst>
            <pc:docMk/>
            <pc:sldMk cId="1579555710" sldId="539"/>
            <ac:picMk id="22" creationId="{8A536E44-5A99-C462-F6A1-E9EF5221939C}"/>
          </ac:picMkLst>
        </pc:picChg>
      </pc:sldChg>
      <pc:sldChg chg="addSp delSp modSp add mod">
        <pc:chgData name="Julio César Urueta Atencio" userId="ab9f77e8-4c37-433c-8760-f2b49081d547" providerId="ADAL" clId="{6825365A-F89D-43D2-9784-92C671EEFD11}" dt="2026-05-12T19:14:09.348" v="1157" actId="1076"/>
        <pc:sldMkLst>
          <pc:docMk/>
          <pc:sldMk cId="937632665" sldId="540"/>
        </pc:sldMkLst>
        <pc:spChg chg="add mod">
          <ac:chgData name="Julio César Urueta Atencio" userId="ab9f77e8-4c37-433c-8760-f2b49081d547" providerId="ADAL" clId="{6825365A-F89D-43D2-9784-92C671EEFD11}" dt="2026-05-12T19:14:07.080" v="1156" actId="1076"/>
          <ac:spMkLst>
            <pc:docMk/>
            <pc:sldMk cId="937632665" sldId="540"/>
            <ac:spMk id="3" creationId="{77D9B01C-496B-060C-6C83-F1B4536BD4FE}"/>
          </ac:spMkLst>
        </pc:spChg>
        <pc:picChg chg="add mod">
          <ac:chgData name="Julio César Urueta Atencio" userId="ab9f77e8-4c37-433c-8760-f2b49081d547" providerId="ADAL" clId="{6825365A-F89D-43D2-9784-92C671EEFD11}" dt="2026-05-12T19:14:09.348" v="1157" actId="1076"/>
          <ac:picMkLst>
            <pc:docMk/>
            <pc:sldMk cId="937632665" sldId="540"/>
            <ac:picMk id="4" creationId="{DE67C3E5-22EE-EBE3-A3B9-F6435F256892}"/>
          </ac:picMkLst>
        </pc:picChg>
        <pc:picChg chg="del">
          <ac:chgData name="Julio César Urueta Atencio" userId="ab9f77e8-4c37-433c-8760-f2b49081d547" providerId="ADAL" clId="{6825365A-F89D-43D2-9784-92C671EEFD11}" dt="2026-05-12T19:13:10.994" v="1141" actId="478"/>
          <ac:picMkLst>
            <pc:docMk/>
            <pc:sldMk cId="937632665" sldId="540"/>
            <ac:picMk id="6148" creationId="{7DD03FDB-369A-AC26-F966-0632C281D6B1}"/>
          </ac:picMkLst>
        </pc:picChg>
        <pc:cxnChg chg="add mod">
          <ac:chgData name="Julio César Urueta Atencio" userId="ab9f77e8-4c37-433c-8760-f2b49081d547" providerId="ADAL" clId="{6825365A-F89D-43D2-9784-92C671EEFD11}" dt="2026-05-12T19:14:02.704" v="1155" actId="1582"/>
          <ac:cxnSpMkLst>
            <pc:docMk/>
            <pc:sldMk cId="937632665" sldId="540"/>
            <ac:cxnSpMk id="6" creationId="{50A416AE-AD95-F0DA-610E-53BFD8565F9B}"/>
          </ac:cxnSpMkLst>
        </pc:cxnChg>
      </pc:sldChg>
      <pc:sldChg chg="add del">
        <pc:chgData name="Julio César Urueta Atencio" userId="ab9f77e8-4c37-433c-8760-f2b49081d547" providerId="ADAL" clId="{6825365A-F89D-43D2-9784-92C671EEFD11}" dt="2026-05-12T19:27:02.683" v="1271" actId="47"/>
        <pc:sldMkLst>
          <pc:docMk/>
          <pc:sldMk cId="3479581305" sldId="541"/>
        </pc:sldMkLst>
      </pc:sldChg>
      <pc:sldChg chg="addSp delSp modSp add del mod">
        <pc:chgData name="Julio César Urueta Atencio" userId="ab9f77e8-4c37-433c-8760-f2b49081d547" providerId="ADAL" clId="{6825365A-F89D-43D2-9784-92C671EEFD11}" dt="2026-05-12T19:21:31.974" v="1267" actId="47"/>
        <pc:sldMkLst>
          <pc:docMk/>
          <pc:sldMk cId="2441203965" sldId="542"/>
        </pc:sldMkLst>
        <pc:spChg chg="mod">
          <ac:chgData name="Julio César Urueta Atencio" userId="ab9f77e8-4c37-433c-8760-f2b49081d547" providerId="ADAL" clId="{6825365A-F89D-43D2-9784-92C671EEFD11}" dt="2026-05-12T19:19:55.929" v="1227" actId="1076"/>
          <ac:spMkLst>
            <pc:docMk/>
            <pc:sldMk cId="2441203965" sldId="542"/>
            <ac:spMk id="3" creationId="{CA7C94C2-64F3-ACDF-C37D-1FF0A0DF708B}"/>
          </ac:spMkLst>
        </pc:spChg>
        <pc:picChg chg="mod">
          <ac:chgData name="Julio César Urueta Atencio" userId="ab9f77e8-4c37-433c-8760-f2b49081d547" providerId="ADAL" clId="{6825365A-F89D-43D2-9784-92C671EEFD11}" dt="2026-05-12T19:19:56.530" v="1228" actId="1076"/>
          <ac:picMkLst>
            <pc:docMk/>
            <pc:sldMk cId="2441203965" sldId="542"/>
            <ac:picMk id="2" creationId="{8AC472B5-BE1C-7F9C-3EB4-F4CFC625C1E7}"/>
          </ac:picMkLst>
        </pc:picChg>
        <pc:picChg chg="add mod">
          <ac:chgData name="Julio César Urueta Atencio" userId="ab9f77e8-4c37-433c-8760-f2b49081d547" providerId="ADAL" clId="{6825365A-F89D-43D2-9784-92C671EEFD11}" dt="2026-05-12T19:19:16.854" v="1171" actId="1076"/>
          <ac:picMkLst>
            <pc:docMk/>
            <pc:sldMk cId="2441203965" sldId="542"/>
            <ac:picMk id="2050" creationId="{DA0CAA32-5DB3-D00A-59D5-E646CE2E3BD9}"/>
          </ac:picMkLst>
        </pc:picChg>
        <pc:picChg chg="del">
          <ac:chgData name="Julio César Urueta Atencio" userId="ab9f77e8-4c37-433c-8760-f2b49081d547" providerId="ADAL" clId="{6825365A-F89D-43D2-9784-92C671EEFD11}" dt="2026-05-12T19:18:51.586" v="1161" actId="478"/>
          <ac:picMkLst>
            <pc:docMk/>
            <pc:sldMk cId="2441203965" sldId="542"/>
            <ac:picMk id="87042" creationId="{F0F5C02B-246C-3E6C-365C-4485E6608D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C3A7C-00B9-44EC-B411-ABB4A8ED792B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99CB5-1775-43A6-81CD-E5943A5856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0823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4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99CB5-1775-43A6-81CD-E5943A58566A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7927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E2BF-F629-2215-3F30-26DC05C1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BD41C-450B-8B4A-CD8C-AF07A4455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A0A3E-080E-3616-FA68-ABE64B5DD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DFEEA-A78B-0060-94E2-0C1751A65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1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6072A-4ABD-9406-E0CB-01E22791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74136-3219-AFCE-8DA7-0A20A8D94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497B2-B303-0DB1-05EA-6FBE5EE28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6FDF1-53D4-71DD-ECDE-18C8679F5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3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5175-EB8C-53C6-D2D6-61B15B4F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EAF07-0DBF-654A-3414-5CA3F8D19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346DB-1868-96FD-9FEE-EB215FA0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AED7-EDB8-42B2-F818-AD75BF38C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0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3038B-D9DF-2DD7-A198-5C15991E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54FCE-CB7B-7CED-B031-91CA62EE4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EAB1C-7B84-3308-443E-A4C6BA7D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58AAF-5D2C-AC0D-EE1B-7022B9E32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45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53C9-71EF-7204-121E-A576FAE4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658CC-213F-5ED4-004E-DF7807299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60F35-6CDA-2788-77C5-CB66CA80E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1F0CC-5032-5DD7-FBA5-5C78559B6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34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CB81-3C57-A007-ECFE-73856D83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C970B-380D-924E-220D-EF175409B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F5183-9914-6CF6-9637-993AEF30C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E6D8D-CF93-6AF5-625E-09704A63E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91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CFEF-26C9-839F-C650-1144BE6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23878-558D-3503-950A-972D8FAB7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B8C6A-6240-2E7D-BD02-50D52EBF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4849B-366E-8B8B-A601-FAACA0FD0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39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196-A81E-884F-5B77-CACCBF1B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615E9-0A06-6611-0F30-08088025C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D7C41-D127-36B0-61A6-7962DBB6C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5A487-D970-B8EC-9272-98D4DD823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06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67BA-7DEA-E788-C945-8BFAB520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5179E-BC3A-6090-51BA-536B17525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D1DF3-9D7F-DFB4-42F9-BA35D9C65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309BF-2D1B-AEF9-FDC4-B9033627A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68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4B43-6283-E456-BA80-FEEC15E7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83B0E-4A53-2386-D2A4-12E3C856C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BAE4C-C1BC-DBEC-1194-0B8D65CFE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D73F0-BB11-1A9C-E07B-2DEFA3412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7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2D13-1E12-D615-68BE-5FAA89ED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21944-A4F6-920E-A874-00CE6B58F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AD1E6-EA4E-00A3-DAA0-25642F0AE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DD038-27C6-06E8-5823-AEEDC8D34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4E927-0E79-759A-4B4D-60B69D776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034CD-2E80-EED0-D409-F956E43B4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0681A-A672-A2FA-59D9-AFCE0871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EC9CC7-6F47-2D1A-F2A0-95A7A115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BB9760-5802-01A6-9ED5-482C671C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47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E0C55-B848-D856-FE07-98B6BA2F4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6EF27C-5196-ECB7-F55B-7F33DA166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086643-0690-F1B3-3148-CB9CD941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7DDC91-E54A-2058-37B2-4B6FD400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5B032-EC24-00B8-6FB2-FCAAB366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7139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208C9-5C7A-C58F-00AD-E164DAB7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A6CCF2-2E1C-7358-F7AA-6D074718B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952841-29C1-BA5E-00F9-BA678E34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BABA95-3FD9-43CC-DA29-A2DBC75D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0A444-16A0-668E-B5ED-6B39F1BF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317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64DA4-4A55-7B99-4844-1FA8B567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6368D3-88F6-6B47-41B4-608BD7C7A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316D59-E1BF-CD57-B46B-8E8E31AFE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0AB1C-5522-571D-5277-616FEE81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CB7A2A-5F63-D0A6-2F3B-72993C49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1701A9-43EE-6542-D2CF-467CF6CE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857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1A487-A6FB-A568-D850-19319617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6850BD-C952-BDDA-6D1A-72411D1F9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06E68-D898-699E-285B-6402CF79B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A79ACE-9247-C73A-15A3-21F70DA1F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1D02AB-4C70-B79F-1C00-2289D8492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F4B0D7-8700-1F25-01A5-26676F40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B3EF2D-B5BD-EA05-BB51-D68A1A4F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62BBA2-23F8-9A51-4C46-661D1F12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683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AE931-FDFC-FB4C-DCDD-CE6E86FD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25CEDB-9C13-1CD6-E99C-A5ACF10F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6535CF-CA81-98DA-D42D-B1657209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99AFE1-525E-91C4-C308-4EF8A51C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2956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F97287-39F8-B529-162B-9EAA92FD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D85B5A-04B6-9E0F-649C-132B3880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EAEC7-E81A-1F5D-DD92-5C599252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803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EF48C-FE7B-2F29-E1CE-1278573A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ECA7B-1176-CE6D-8523-EDCB78B3F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64A869-7B68-7BF8-0A80-B3CCA11B9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8ABCBA-C905-516F-5C2B-027962F7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C70FB1-F505-0DA4-1B61-B392EC5B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5ECF6B-A008-838C-CE2A-A490E79C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520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3C080-09FE-F961-D8FC-0C42A053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838B87-8C25-4180-4127-9AAE70C4C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A049FE-F63D-74B1-B607-F83FD49F0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BD1A9D-7F96-961F-D5E1-65E1ACDC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9549FE-952E-E2E9-9CDB-60D650E9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5C1F33-8F73-FA41-3646-F693507B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1263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5CCCB-7CC7-E991-F3FD-2B14E20F3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5BE6F5-B91E-352A-8C2C-F92EEBD66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340644-DA14-3CE2-C936-68071171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6D7BC4-98A3-F933-7DE2-56FF3731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759F4-8BC2-DF3E-3EE0-028A843B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495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C59E87-C868-A254-1898-2CF5822CF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4D3150-861E-3151-2FE5-92F68CD0C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75884B-7C73-E236-A0AE-E0F3174A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93B2B5-C772-D2B8-3C71-CB5B980A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C33733-B91B-4974-E288-4E76270F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115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394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702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9669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8088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22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31C103-4FDF-02C6-46C6-34F08703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63AB1-4415-9E4F-5583-2672931A3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3AABAC-F629-7657-CA3D-5AD514C04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12A7A-3E54-448D-BA4E-36313C5CFA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D3519A-5163-61B5-3803-3B79C33DA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0C6DC4-B277-CA76-B15D-1652A9215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30C47-AFED-4915-BBF7-CEAC50F95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79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72" r:id="rId14"/>
    <p:sldLayoutId id="2147483677" r:id="rId15"/>
    <p:sldLayoutId id="214748368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11" Type="http://schemas.openxmlformats.org/officeDocument/2006/relationships/image" Target="../media/image23.jp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jpe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jpe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jpe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AB80-09DE-819A-96C6-BBB1EA76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F49804E-A58D-1682-492C-D9B50A8E21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89BBFD8-A1B0-A453-50A3-43B31F8F9600}"/>
              </a:ext>
            </a:extLst>
          </p:cNvPr>
          <p:cNvSpPr txBox="1"/>
          <p:nvPr/>
        </p:nvSpPr>
        <p:spPr>
          <a:xfrm>
            <a:off x="944526" y="1997838"/>
            <a:ext cx="103029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Condición 5</a:t>
            </a:r>
          </a:p>
          <a:p>
            <a:pPr algn="ctr">
              <a:defRPr/>
            </a:pPr>
            <a:r>
              <a:rPr lang="es-MX" sz="6000" b="1" dirty="0">
                <a:solidFill>
                  <a:prstClr val="white"/>
                </a:solidFill>
                <a:latin typeface="Aptos" panose="020B0004020202020204" pitchFamily="34" charset="0"/>
              </a:rPr>
              <a:t>Investigación, Innovación y/o Creación Artística y Cultural</a:t>
            </a:r>
            <a:endParaRPr lang="es-CO" sz="6000" b="1" dirty="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90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87036FFD-565D-09B9-8555-28D7FB0567B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567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3" name="Text 0"/>
          <p:cNvSpPr/>
          <p:nvPr/>
        </p:nvSpPr>
        <p:spPr>
          <a:xfrm>
            <a:off x="532580" y="283369"/>
            <a:ext cx="10513327" cy="127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3200" dirty="0">
                <a:solidFill>
                  <a:srgbClr val="1B1B27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Modelo de Investigación, Innovación, Desarrollo Tecnológico y/o Creación Artística y Cultural</a:t>
            </a:r>
            <a:endParaRPr lang="en-US" sz="3200" dirty="0">
              <a:latin typeface="Aptos" panose="020B00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C45701-1370-801B-0571-1C0E6CB99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73" y="1387549"/>
            <a:ext cx="10701253" cy="408290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CFC2A17-C616-8B10-A090-A755D9F580B6}"/>
              </a:ext>
            </a:extLst>
          </p:cNvPr>
          <p:cNvSpPr txBox="1"/>
          <p:nvPr/>
        </p:nvSpPr>
        <p:spPr>
          <a:xfrm>
            <a:off x="1097367" y="5470451"/>
            <a:ext cx="9997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1115" algn="just"/>
            <a:r>
              <a:rPr lang="es-CO" sz="1200" dirty="0">
                <a:effectLst/>
                <a:latin typeface="Aptos" panose="020B0004020202020204" pitchFamily="34" charset="0"/>
                <a:ea typeface="Arial MT"/>
                <a:cs typeface="Arial MT"/>
              </a:rPr>
              <a:t>Fuente. Elaboración propia a partir de Política Nacional de Ciencia, Tecnología, e Innovación 2022-2031. CONPES 4069, Departamento Nacional de Planeación-DNP.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93A650-C572-04FB-8F82-703E964A8252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0D9B3548-DECF-999B-F9EC-12D9681A55E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0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E7D42C7-627D-BC2F-8565-8B2634FD9008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4B5AFCD8-706A-0CA3-C997-D70737C2B0A2}"/>
              </a:ext>
            </a:extLst>
          </p:cNvPr>
          <p:cNvSpPr/>
          <p:nvPr/>
        </p:nvSpPr>
        <p:spPr>
          <a:xfrm>
            <a:off x="1165860" y="5765960"/>
            <a:ext cx="10652760" cy="646331"/>
          </a:xfrm>
          <a:prstGeom prst="roundRect">
            <a:avLst/>
          </a:prstGeom>
          <a:solidFill>
            <a:srgbClr val="CC66FF"/>
          </a:solidFill>
          <a:ln>
            <a:solidFill>
              <a:srgbClr val="CC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A1BBF7-E7FF-42B5-AAC6-E314F7070B09}"/>
              </a:ext>
            </a:extLst>
          </p:cNvPr>
          <p:cNvSpPr txBox="1"/>
          <p:nvPr/>
        </p:nvSpPr>
        <p:spPr>
          <a:xfrm>
            <a:off x="1321079" y="5783388"/>
            <a:ext cx="10342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Transferencia de conocimiento para resolver problemas reales del entorno, promoviendo la innovación y el trabajo colaborativo en redes</a:t>
            </a:r>
            <a:endParaRPr lang="es-CO" b="1" dirty="0">
              <a:solidFill>
                <a:schemeClr val="bg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3C0E678-7196-DD11-7678-B7670F016E3A}"/>
              </a:ext>
            </a:extLst>
          </p:cNvPr>
          <p:cNvGrpSpPr/>
          <p:nvPr/>
        </p:nvGrpSpPr>
        <p:grpSpPr>
          <a:xfrm>
            <a:off x="886739" y="139455"/>
            <a:ext cx="9772451" cy="5526351"/>
            <a:chOff x="1067691" y="192989"/>
            <a:chExt cx="9772451" cy="552635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6F872DC-8EE5-FA15-0B24-DE8E3C9EE6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00" b="30000"/>
            <a:stretch/>
          </p:blipFill>
          <p:spPr bwMode="auto">
            <a:xfrm>
              <a:off x="1067691" y="192989"/>
              <a:ext cx="9772451" cy="5526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630CE45-697A-A910-2544-493810FD060A}"/>
                </a:ext>
              </a:extLst>
            </p:cNvPr>
            <p:cNvSpPr/>
            <p:nvPr/>
          </p:nvSpPr>
          <p:spPr>
            <a:xfrm>
              <a:off x="2068830" y="428281"/>
              <a:ext cx="2891790" cy="5432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DED1D6C9-7F4A-00C8-E29D-604B5C9D03C6}"/>
              </a:ext>
            </a:extLst>
          </p:cNvPr>
          <p:cNvSpPr/>
          <p:nvPr/>
        </p:nvSpPr>
        <p:spPr>
          <a:xfrm>
            <a:off x="1325880" y="640080"/>
            <a:ext cx="5006340" cy="468073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subtle-natural-motion-the-student-smiles-warmly-no">
            <a:hlinkClick r:id="" action="ppaction://media"/>
            <a:extLst>
              <a:ext uri="{FF2B5EF4-FFF2-40B4-BE49-F238E27FC236}">
                <a16:creationId xmlns:a16="http://schemas.microsoft.com/office/drawing/2014/main" id="{F9E53728-4362-4B44-98D6-E19DFC75C6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21203" b="9916"/>
          <a:stretch>
            <a:fillRect/>
          </a:stretch>
        </p:blipFill>
        <p:spPr>
          <a:xfrm>
            <a:off x="1634490" y="834072"/>
            <a:ext cx="3817620" cy="4635988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05215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2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1ABD8333-33BB-B222-A4CB-FF9B7AC48FB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567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C34EA40-32CE-ED16-AF9A-2C614EA93798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17F543-8B54-BBB6-2D3C-06C03638EB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5" b="5385"/>
          <a:stretch/>
        </p:blipFill>
        <p:spPr bwMode="auto">
          <a:xfrm>
            <a:off x="1143001" y="461126"/>
            <a:ext cx="8631238" cy="560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C1801CF-5AE9-2938-05B3-69619D332E62}"/>
              </a:ext>
            </a:extLst>
          </p:cNvPr>
          <p:cNvSpPr txBox="1"/>
          <p:nvPr/>
        </p:nvSpPr>
        <p:spPr>
          <a:xfrm>
            <a:off x="4477703" y="548353"/>
            <a:ext cx="60979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Elementos para definir las Líneas de Investigación del Programa</a:t>
            </a:r>
            <a:endParaRPr lang="en-US" sz="320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D19CECA2-6BB1-C36C-F00F-7A807214F1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4" y="-9452"/>
            <a:ext cx="12190992" cy="685743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E981CC5-79A9-8943-257B-C4EDD30CD444}"/>
              </a:ext>
            </a:extLst>
          </p:cNvPr>
          <p:cNvSpPr/>
          <p:nvPr/>
        </p:nvSpPr>
        <p:spPr>
          <a:xfrm>
            <a:off x="4605834" y="-12841"/>
            <a:ext cx="1628209" cy="6864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ED5711D-02FF-26FA-D9DD-024B49797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019"/>
            <a:ext cx="4605834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AFF6B1B-563C-A970-C126-8B69173E8818}"/>
              </a:ext>
            </a:extLst>
          </p:cNvPr>
          <p:cNvSpPr/>
          <p:nvPr/>
        </p:nvSpPr>
        <p:spPr>
          <a:xfrm>
            <a:off x="5133976" y="294630"/>
            <a:ext cx="6496050" cy="10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761970">
              <a:lnSpc>
                <a:spcPts val="3917"/>
              </a:lnSpc>
            </a:pPr>
            <a:r>
              <a:rPr lang="en-US" sz="3125" b="1" dirty="0">
                <a:solidFill>
                  <a:schemeClr val="accent2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Conceptualización Teórica del Programa</a:t>
            </a:r>
            <a:endParaRPr lang="en-US" sz="3125" dirty="0">
              <a:solidFill>
                <a:schemeClr val="accent2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79501F8-A271-66D1-08DB-14FE62C9A5E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61562" y="1548931"/>
            <a:ext cx="802779" cy="118179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FD9905BD-AB10-7A93-79C6-61E3D1AE9FE2}"/>
              </a:ext>
            </a:extLst>
          </p:cNvPr>
          <p:cNvSpPr/>
          <p:nvPr/>
        </p:nvSpPr>
        <p:spPr>
          <a:xfrm>
            <a:off x="5905144" y="1709466"/>
            <a:ext cx="5606772" cy="343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958"/>
              </a:lnSpc>
            </a:pPr>
            <a:r>
              <a:rPr lang="es-ES" sz="2400" b="1" dirty="0">
                <a:latin typeface="Aptos" panose="020B0004020202020204" pitchFamily="34" charset="0"/>
              </a:rPr>
              <a:t>Revolución 4.0</a:t>
            </a:r>
            <a:endParaRPr lang="en-US" sz="24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A9FB2F6-4164-FEA7-22F7-F3145333DFA2}"/>
              </a:ext>
            </a:extLst>
          </p:cNvPr>
          <p:cNvSpPr/>
          <p:nvPr/>
        </p:nvSpPr>
        <p:spPr>
          <a:xfrm>
            <a:off x="5880048" y="2022475"/>
            <a:ext cx="5452468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000"/>
              </a:lnSpc>
            </a:pP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Fundamentada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teorías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s-E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Schwab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sobre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s-E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transformación de los sistemas productivos con tecnologías avanzadas</a:t>
            </a:r>
            <a:endParaRPr lang="en-US" sz="16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415689A1-B37F-7D99-F7C9-1D408754004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61562" y="2730725"/>
            <a:ext cx="802779" cy="1181794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692A3E9D-4537-3150-2927-ED1A225D138A}"/>
              </a:ext>
            </a:extLst>
          </p:cNvPr>
          <p:cNvSpPr/>
          <p:nvPr/>
        </p:nvSpPr>
        <p:spPr>
          <a:xfrm>
            <a:off x="5905144" y="2891261"/>
            <a:ext cx="2809478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958"/>
              </a:lnSpc>
            </a:pPr>
            <a:r>
              <a:rPr lang="en-US" sz="2400" b="1" dirty="0">
                <a:solidFill>
                  <a:srgbClr val="443728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Sostenibilidad</a:t>
            </a:r>
            <a:endParaRPr lang="en-US" sz="24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81A3E83-3C32-0DA1-9092-582FF5E9C0FF}"/>
              </a:ext>
            </a:extLst>
          </p:cNvPr>
          <p:cNvSpPr/>
          <p:nvPr/>
        </p:nvSpPr>
        <p:spPr>
          <a:xfrm>
            <a:off x="5905144" y="3238427"/>
            <a:ext cx="5778222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000"/>
              </a:lnSpc>
            </a:pP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Basado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utores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como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Bocken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, Short, Rana y Evans,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referente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a </a:t>
            </a:r>
            <a:r>
              <a:rPr lang="es-E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prácticas responsables en los sectores productivos y de servicios 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D352D5C2-FB1A-FC1C-0825-C7E9BAD44A0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61562" y="3912520"/>
            <a:ext cx="802779" cy="1181794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6AF81E17-83B2-8A5E-8C48-8654342114A6}"/>
              </a:ext>
            </a:extLst>
          </p:cNvPr>
          <p:cNvSpPr/>
          <p:nvPr/>
        </p:nvSpPr>
        <p:spPr>
          <a:xfrm>
            <a:off x="5905144" y="4073056"/>
            <a:ext cx="2033885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958"/>
              </a:lnSpc>
            </a:pPr>
            <a:r>
              <a:rPr lang="en-US" sz="2400" b="1" dirty="0">
                <a:solidFill>
                  <a:srgbClr val="443728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G</a:t>
            </a:r>
            <a:r>
              <a:rPr lang="es-MX" sz="2400" b="1" dirty="0" err="1">
                <a:solidFill>
                  <a:srgbClr val="443728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estión</a:t>
            </a:r>
            <a:r>
              <a:rPr lang="es-MX" sz="2400" b="1" dirty="0">
                <a:solidFill>
                  <a:srgbClr val="443728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 integral de operaciones y calidad</a:t>
            </a:r>
            <a:endParaRPr lang="en-US" sz="24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409E4A1-6B23-9518-A7F3-061400DC7B7B}"/>
              </a:ext>
            </a:extLst>
          </p:cNvPr>
          <p:cNvSpPr/>
          <p:nvPr/>
        </p:nvSpPr>
        <p:spPr>
          <a:xfrm>
            <a:off x="5905144" y="4420222"/>
            <a:ext cx="5452468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000"/>
              </a:lnSpc>
            </a:pP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Apoyado en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teorías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como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s-E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Juran y Godfrey acerca de  eficiencia operativa y competitividad organizacional en mercados globales</a:t>
            </a:r>
            <a:endParaRPr lang="en-US" sz="1600" dirty="0">
              <a:solidFill>
                <a:srgbClr val="443728"/>
              </a:solidFill>
              <a:latin typeface="Aptos" panose="020B0004020202020204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85732C10-3FED-2F44-6CD0-B3481306617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61562" y="5094314"/>
            <a:ext cx="802779" cy="1181794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F49FDF41-E2DA-8558-2B9B-BC71EB2F107E}"/>
              </a:ext>
            </a:extLst>
          </p:cNvPr>
          <p:cNvSpPr/>
          <p:nvPr/>
        </p:nvSpPr>
        <p:spPr>
          <a:xfrm>
            <a:off x="5905144" y="5254850"/>
            <a:ext cx="2007096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958"/>
              </a:lnSpc>
            </a:pPr>
            <a:r>
              <a:rPr lang="es-ES" sz="2400" b="1" dirty="0">
                <a:solidFill>
                  <a:srgbClr val="443728"/>
                </a:solidFill>
                <a:latin typeface="Aptos" panose="020B0004020202020204" pitchFamily="34" charset="0"/>
                <a:ea typeface="Crimson Pro Bold" pitchFamily="34" charset="-122"/>
              </a:rPr>
              <a:t>innovación y el emprendimiento</a:t>
            </a:r>
            <a:endParaRPr lang="en-US" sz="2400" b="1" dirty="0">
              <a:solidFill>
                <a:srgbClr val="443728"/>
              </a:solidFill>
              <a:latin typeface="Aptos" panose="020B0004020202020204" pitchFamily="34" charset="0"/>
              <a:ea typeface="Crimson Pro Bold" pitchFamily="34" charset="-122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9DB1402-1622-FE8A-4459-41234E8EF684}"/>
              </a:ext>
            </a:extLst>
          </p:cNvPr>
          <p:cNvSpPr/>
          <p:nvPr/>
        </p:nvSpPr>
        <p:spPr>
          <a:xfrm>
            <a:off x="5905144" y="5602016"/>
            <a:ext cx="5452468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000"/>
              </a:lnSpc>
            </a:pP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Basado en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teorías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como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Schumpeter </a:t>
            </a:r>
            <a:r>
              <a:rPr lang="en-US" sz="1600" dirty="0" err="1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s-ES" sz="1600" dirty="0">
                <a:solidFill>
                  <a:srgbClr val="443728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conectan la creatividad y el desarrollo tecnológico con el crecimiento económico</a:t>
            </a:r>
            <a:endParaRPr lang="en-US" sz="1600" dirty="0">
              <a:solidFill>
                <a:srgbClr val="443728"/>
              </a:solidFill>
              <a:latin typeface="Aptos" panose="020B0004020202020204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100DDBD-FEAE-48E5-A786-675DFE9AB93F}"/>
              </a:ext>
            </a:extLst>
          </p:cNvPr>
          <p:cNvSpPr txBox="1"/>
          <p:nvPr/>
        </p:nvSpPr>
        <p:spPr>
          <a:xfrm>
            <a:off x="62370" y="6588090"/>
            <a:ext cx="2631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100" dirty="0">
                <a:solidFill>
                  <a:schemeClr val="bg1"/>
                </a:solidFill>
                <a:effectLst/>
                <a:latin typeface="Arial MT"/>
                <a:ea typeface="Arial MT"/>
                <a:cs typeface="Arial MT"/>
              </a:rPr>
              <a:t>Fuente. </a:t>
            </a:r>
            <a:r>
              <a:rPr lang="es-MX" sz="1100" dirty="0">
                <a:solidFill>
                  <a:schemeClr val="bg1"/>
                </a:solidFill>
                <a:effectLst/>
                <a:latin typeface="Arial MT"/>
                <a:ea typeface="Arial MT"/>
                <a:cs typeface="Arial MT"/>
              </a:rPr>
              <a:t>Imagen creada con Gamma IA</a:t>
            </a:r>
            <a:endParaRPr lang="es-CO" sz="1100" dirty="0">
              <a:solidFill>
                <a:schemeClr val="bg1"/>
              </a:solidFill>
              <a:effectLst/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8169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6767-9298-0D84-687A-21F63B97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1B3D9707-7B9A-14B1-AE0D-3F65202AE7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0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E507887-9CFC-D694-4609-CA4EEDBA43F1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E5F45ED-4667-7A00-0989-7B8226D454F4}"/>
              </a:ext>
            </a:extLst>
          </p:cNvPr>
          <p:cNvSpPr/>
          <p:nvPr/>
        </p:nvSpPr>
        <p:spPr>
          <a:xfrm>
            <a:off x="708660" y="2353298"/>
            <a:ext cx="3173053" cy="197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chemeClr val="accent2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Tendencias</a:t>
            </a:r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 del </a:t>
            </a:r>
            <a:r>
              <a:rPr lang="en-US" sz="3200" b="1" dirty="0" err="1">
                <a:solidFill>
                  <a:schemeClr val="accent2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Conocimiento</a:t>
            </a:r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 del Programa</a:t>
            </a:r>
            <a:endParaRPr lang="en-US" sz="320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79E3E29-C8F7-4AD4-870F-E811EEE75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1" t="22865" b="5578"/>
          <a:stretch>
            <a:fillRect/>
          </a:stretch>
        </p:blipFill>
        <p:spPr bwMode="auto">
          <a:xfrm>
            <a:off x="4045610" y="0"/>
            <a:ext cx="6972977" cy="633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76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2A83-5935-8644-B54A-C4FD7F04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671867E4-A2C5-72E0-0FD0-E9DEC98806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567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785CAA3-97B8-C901-CB23-BBAE04830D2B}"/>
              </a:ext>
            </a:extLst>
          </p:cNvPr>
          <p:cNvSpPr/>
          <p:nvPr/>
        </p:nvSpPr>
        <p:spPr>
          <a:xfrm>
            <a:off x="1850281" y="333609"/>
            <a:ext cx="849143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Estrategías Definidas a Nivel Institucional</a:t>
            </a:r>
            <a:endParaRPr lang="en-US" sz="32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9F4C408-F234-0B12-E8FF-D876DAF522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" t="19500" r="1995" b="8167"/>
          <a:stretch/>
        </p:blipFill>
        <p:spPr bwMode="auto">
          <a:xfrm>
            <a:off x="1850281" y="1085850"/>
            <a:ext cx="8491438" cy="496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28078A4-FE75-51E5-5ECC-4CDE5E943CE9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</p:spTree>
    <p:extLst>
      <p:ext uri="{BB962C8B-B14F-4D97-AF65-F5344CB8AC3E}">
        <p14:creationId xmlns:p14="http://schemas.microsoft.com/office/powerpoint/2010/main" val="359369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0ACB-DF39-77FC-5A9B-34445E49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2FE39B18-DE98-5E6F-6822-6031319AFB7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567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47277D-EC53-6725-CB61-29C06A46329E}"/>
              </a:ext>
            </a:extLst>
          </p:cNvPr>
          <p:cNvSpPr/>
          <p:nvPr/>
        </p:nvSpPr>
        <p:spPr>
          <a:xfrm>
            <a:off x="1850281" y="182661"/>
            <a:ext cx="849143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2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Avances</a:t>
            </a:r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 en las Estrategías a Nivel Institucional</a:t>
            </a:r>
            <a:endParaRPr lang="en-US" sz="32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956EC1-1039-8D2F-BAFE-41E7F7852875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1A23E57B-865E-C61F-845C-BC93B12E1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33" b="21167"/>
          <a:stretch/>
        </p:blipFill>
        <p:spPr bwMode="auto">
          <a:xfrm>
            <a:off x="1069933" y="821388"/>
            <a:ext cx="9920320" cy="574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D35DB7-188E-1A33-1F42-5FD29071AEC0}"/>
              </a:ext>
            </a:extLst>
          </p:cNvPr>
          <p:cNvSpPr txBox="1"/>
          <p:nvPr/>
        </p:nvSpPr>
        <p:spPr>
          <a:xfrm>
            <a:off x="1167457" y="3874770"/>
            <a:ext cx="221582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16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Convocatorias 894 de 2021 – 957 de 2024</a:t>
            </a:r>
          </a:p>
          <a:p>
            <a:pPr algn="r"/>
            <a:r>
              <a:rPr lang="es-CO" sz="16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Redes Científicas</a:t>
            </a:r>
          </a:p>
        </p:txBody>
      </p:sp>
    </p:spTree>
    <p:extLst>
      <p:ext uri="{BB962C8B-B14F-4D97-AF65-F5344CB8AC3E}">
        <p14:creationId xmlns:p14="http://schemas.microsoft.com/office/powerpoint/2010/main" val="132967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570A-6751-25D0-804F-036CB775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F96DFA25-FD99-64D9-DDE9-0014145CD5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567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8702741-1765-4416-116D-BCC6EB7E2A8A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85913E-28C0-4928-EBDB-DB148D72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310" y="403488"/>
            <a:ext cx="5428487" cy="21720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98F21B-5AEC-6164-6465-93C1FF19C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88" y="2125996"/>
            <a:ext cx="2521067" cy="3153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E2AE3B-E874-E8FE-0943-BCD038642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0052" y="2125996"/>
            <a:ext cx="2522865" cy="3153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41CABF9-9AD7-6B9D-A6DC-5E730A146014}"/>
              </a:ext>
            </a:extLst>
          </p:cNvPr>
          <p:cNvSpPr txBox="1"/>
          <p:nvPr/>
        </p:nvSpPr>
        <p:spPr>
          <a:xfrm>
            <a:off x="794871" y="633350"/>
            <a:ext cx="51534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Semilleros de Investigación e Innovación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48A8E83-817D-F9AC-BADA-B396D1676786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0" b="9241"/>
          <a:stretch/>
        </p:blipFill>
        <p:spPr bwMode="auto">
          <a:xfrm>
            <a:off x="6337949" y="4458923"/>
            <a:ext cx="1673759" cy="15663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6630F07-EA42-9C84-2DAE-E414BA0F61BA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310" y="2736416"/>
            <a:ext cx="3089807" cy="1735700"/>
          </a:xfrm>
          <a:prstGeom prst="rect">
            <a:avLst/>
          </a:prstGeom>
          <a:noFill/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73CC0F8-86A3-DED3-4224-99BFB455AA1D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962" y="4452910"/>
            <a:ext cx="1441546" cy="1566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2EE8336-52FA-8B5B-5A6E-C2208F6760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0797" y="2736416"/>
            <a:ext cx="2674000" cy="200341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E8A0A14-9182-C83E-DBB2-2E21451137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612" y="4452910"/>
            <a:ext cx="2998496" cy="15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78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AA01-F330-AAE1-2C2A-84F337DC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A9F2A2DE-4B20-D2DD-F175-4536A7C41E9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-2703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863EA3E-A295-4B9C-EA32-81D39D620A23}"/>
              </a:ext>
            </a:extLst>
          </p:cNvPr>
          <p:cNvSpPr/>
          <p:nvPr/>
        </p:nvSpPr>
        <p:spPr>
          <a:xfrm>
            <a:off x="1747411" y="279381"/>
            <a:ext cx="849143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2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Avances</a:t>
            </a:r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 en las Estrategías a Nivel Institucional</a:t>
            </a:r>
            <a:endParaRPr lang="en-US" sz="32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EE49FF-555D-0DC7-5A02-27822720E9E0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833C890-CE41-DB2B-982A-E30D0E7AA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010" y="949370"/>
            <a:ext cx="2120388" cy="213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F27085E8-B6B5-A34F-258D-EA50919E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697" y="1027207"/>
            <a:ext cx="1653103" cy="141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Red Colombiana de Semilleros de Investigación RedCOLSI - YouTube">
            <a:extLst>
              <a:ext uri="{FF2B5EF4-FFF2-40B4-BE49-F238E27FC236}">
                <a16:creationId xmlns:a16="http://schemas.microsoft.com/office/drawing/2014/main" id="{2CF6FE40-95E2-DCA7-2A77-9E75EA57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175" y="2612939"/>
            <a:ext cx="1972059" cy="19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MEMORIA HUMANA: Red Internacional de Investigadores en Educación a Distancia,  en Línea y Abierta">
            <a:extLst>
              <a:ext uri="{FF2B5EF4-FFF2-40B4-BE49-F238E27FC236}">
                <a16:creationId xmlns:a16="http://schemas.microsoft.com/office/drawing/2014/main" id="{42C675AF-B484-F3F5-E2FF-671E99B7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391" y="2360793"/>
            <a:ext cx="906933" cy="213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47055D7-2FFB-3E4C-2205-D75CD788AF9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9878" t="27948" r="42443" b="39678"/>
          <a:stretch/>
        </p:blipFill>
        <p:spPr>
          <a:xfrm>
            <a:off x="5806610" y="1752857"/>
            <a:ext cx="2284982" cy="17776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84FC53-7E8C-8E55-826A-C834B6E630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6391" y="4746580"/>
            <a:ext cx="3810000" cy="11620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8D01212-1B3C-932B-BEF1-1DB28B00BB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3794" y="1735357"/>
            <a:ext cx="2888271" cy="174650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3F5B69B-0FA6-4234-30B8-A0814967A7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6610" y="3773051"/>
            <a:ext cx="2284982" cy="173956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51AC6F6-84B4-FEF6-0F60-2D9FB4A8F95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455" t="2366" r="6557" b="7535"/>
          <a:stretch>
            <a:fillRect/>
          </a:stretch>
        </p:blipFill>
        <p:spPr>
          <a:xfrm>
            <a:off x="8233795" y="3859162"/>
            <a:ext cx="2888272" cy="165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8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5A8E-D8A7-B253-4F4C-1B780A21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4D5B6676-8246-F335-EE16-2C50FA0B4E1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-2703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A92F298-74D1-16AC-17F3-921075A0CD83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40D1E4D-0506-C2BE-224B-3DB5A00B6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31" y="790020"/>
            <a:ext cx="2120388" cy="213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65B574A-6B94-181D-BBB6-978282EA9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18" y="867857"/>
            <a:ext cx="1653103" cy="141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Red Colombiana de Semilleros de Investigación RedCOLSI - YouTube">
            <a:extLst>
              <a:ext uri="{FF2B5EF4-FFF2-40B4-BE49-F238E27FC236}">
                <a16:creationId xmlns:a16="http://schemas.microsoft.com/office/drawing/2014/main" id="{D803A4D3-0AF0-71F2-749B-94B59D9D7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396" y="2453589"/>
            <a:ext cx="1972059" cy="19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MEMORIA HUMANA: Red Internacional de Investigadores en Educación a Distancia,  en Línea y Abierta">
            <a:extLst>
              <a:ext uri="{FF2B5EF4-FFF2-40B4-BE49-F238E27FC236}">
                <a16:creationId xmlns:a16="http://schemas.microsoft.com/office/drawing/2014/main" id="{5187A172-48ED-BE14-B9AE-C8186E8CD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12" y="2201443"/>
            <a:ext cx="906933" cy="213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FD39ED-23C4-C601-4F3C-E19A0776A8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612" y="4587230"/>
            <a:ext cx="3810000" cy="116205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762417A-FD31-9956-CF35-AB636EFAEA9B}"/>
              </a:ext>
            </a:extLst>
          </p:cNvPr>
          <p:cNvSpPr/>
          <p:nvPr/>
        </p:nvSpPr>
        <p:spPr>
          <a:xfrm>
            <a:off x="2033161" y="277208"/>
            <a:ext cx="188732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Avances</a:t>
            </a:r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 en las </a:t>
            </a:r>
            <a:r>
              <a:rPr lang="en-US" sz="20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Estrategías</a:t>
            </a:r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 </a:t>
            </a:r>
          </a:p>
          <a:p>
            <a:pPr algn="ctr"/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a Nivel Institucional</a:t>
            </a:r>
            <a:endParaRPr lang="en-US" sz="20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4ABAB03-8380-C9BE-FF27-505DBD71A426}"/>
              </a:ext>
            </a:extLst>
          </p:cNvPr>
          <p:cNvSpPr/>
          <p:nvPr/>
        </p:nvSpPr>
        <p:spPr>
          <a:xfrm>
            <a:off x="8097804" y="292161"/>
            <a:ext cx="188732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Redes </a:t>
            </a:r>
            <a:r>
              <a:rPr lang="en-US" sz="20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Proyectadas</a:t>
            </a:r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 </a:t>
            </a:r>
          </a:p>
          <a:p>
            <a:pPr algn="ctr"/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para </a:t>
            </a:r>
            <a:r>
              <a:rPr lang="en-US" sz="20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el</a:t>
            </a:r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programa</a:t>
            </a:r>
            <a:endParaRPr lang="en-US" sz="20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615C3D-123E-2E96-3A20-A205F07E66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9982" y="1760931"/>
            <a:ext cx="1704880" cy="93192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4CEED31-98D6-2235-CE55-34EC4791B2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3685" y="1949301"/>
            <a:ext cx="2286241" cy="83681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DD2CAAA-D029-51A4-C2DF-B7268DED0B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9982" y="3348273"/>
            <a:ext cx="1627822" cy="93192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1DE5197-F748-A1A9-CF57-801EE43382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9992" y="3365281"/>
            <a:ext cx="1898366" cy="86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5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70CD-9678-E499-4D16-AF777CA3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8FBCEBD-C924-47CE-C8FC-B2DB6574C42F}"/>
              </a:ext>
            </a:extLst>
          </p:cNvPr>
          <p:cNvSpPr txBox="1"/>
          <p:nvPr/>
        </p:nvSpPr>
        <p:spPr>
          <a:xfrm>
            <a:off x="1176867" y="2850508"/>
            <a:ext cx="3572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TÍTULO</a:t>
            </a:r>
            <a:endParaRPr kumimoji="0" lang="es-MX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3" name="Imagen 2" descr="Imagen que contiene exterior, hombre, papalote, agua&#10;&#10;Descripción generada automáticamente">
            <a:extLst>
              <a:ext uri="{FF2B5EF4-FFF2-40B4-BE49-F238E27FC236}">
                <a16:creationId xmlns:a16="http://schemas.microsoft.com/office/drawing/2014/main" id="{AFD12463-EC31-61B3-DA79-992DB98044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CC2A60F-0B6C-8700-F08B-D6C247F6561F}"/>
              </a:ext>
            </a:extLst>
          </p:cNvPr>
          <p:cNvSpPr txBox="1"/>
          <p:nvPr/>
        </p:nvSpPr>
        <p:spPr>
          <a:xfrm>
            <a:off x="6340549" y="1167016"/>
            <a:ext cx="6028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ptos" panose="020B0004020202020204" pitchFamily="34" charset="0"/>
                <a:ea typeface="Alexandria Semi Bold" pitchFamily="34" charset="-122"/>
                <a:cs typeface="+mn-cs"/>
              </a:rPr>
              <a:t>Grupo de Investigación</a:t>
            </a:r>
            <a:endParaRPr kumimoji="0" lang="es-ES" sz="3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Aptos" panose="020B0004020202020204" pitchFamily="34" charset="0"/>
              <a:ea typeface="Alexandria Semi Bold" pitchFamily="34" charset="-122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921CCD-3B98-9D8F-D365-D6C4271F80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3" t="7875" r="5474"/>
          <a:stretch/>
        </p:blipFill>
        <p:spPr>
          <a:xfrm>
            <a:off x="2078593" y="1731769"/>
            <a:ext cx="8821592" cy="35071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6316A3B-F142-F4AC-1B5A-7C8C46289072}"/>
              </a:ext>
            </a:extLst>
          </p:cNvPr>
          <p:cNvSpPr txBox="1"/>
          <p:nvPr/>
        </p:nvSpPr>
        <p:spPr>
          <a:xfrm>
            <a:off x="2594575" y="5238889"/>
            <a:ext cx="3986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Convocatoria 957 de 2024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Ventana de observación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enero 1/2019 - diciembre 31/2023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95E67A-D7B3-6832-42DC-281FBE33EB83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</p:spTree>
    <p:extLst>
      <p:ext uri="{BB962C8B-B14F-4D97-AF65-F5344CB8AC3E}">
        <p14:creationId xmlns:p14="http://schemas.microsoft.com/office/powerpoint/2010/main" val="3221333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FF7A-F62D-6F54-DFCF-DE0DE258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C9F541D1-74EB-E74C-C21F-2A22BDD4B1D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7698" cy="7027025"/>
          </a:xfrm>
          <a:prstGeom prst="rect">
            <a:avLst/>
          </a:prstGeom>
          <a:noFill/>
          <a:ln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30AC73F-3F9D-02B0-A5DA-F237CD7F7C4F}"/>
              </a:ext>
            </a:extLst>
          </p:cNvPr>
          <p:cNvSpPr txBox="1"/>
          <p:nvPr/>
        </p:nvSpPr>
        <p:spPr>
          <a:xfrm>
            <a:off x="7086601" y="664868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6354A0-246B-A36A-724B-40C2716853CE}"/>
              </a:ext>
            </a:extLst>
          </p:cNvPr>
          <p:cNvSpPr/>
          <p:nvPr/>
        </p:nvSpPr>
        <p:spPr>
          <a:xfrm>
            <a:off x="605791" y="144660"/>
            <a:ext cx="10993676" cy="63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761970"/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Acciones para Consolidar la Investigación en el Programa</a:t>
            </a:r>
            <a:endParaRPr lang="en-US" sz="320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7BFF08D-35E5-4C19-3975-21DF6D6319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t="23627" r="2890" b="5576"/>
          <a:stretch>
            <a:fillRect/>
          </a:stretch>
        </p:blipFill>
        <p:spPr bwMode="auto">
          <a:xfrm>
            <a:off x="1485899" y="777240"/>
            <a:ext cx="9579711" cy="584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17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8FF6-E700-ED09-D537-0FF0ADC5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F852E5BA-0128-EB10-7FEC-0EADA2A771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" y="0"/>
            <a:ext cx="12183418" cy="6858000"/>
          </a:xfrm>
          <a:prstGeom prst="rect">
            <a:avLst/>
          </a:prstGeom>
          <a:noFill/>
          <a:ln/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8E035FC-89E6-A468-C470-2F97BC210D26}"/>
              </a:ext>
            </a:extLst>
          </p:cNvPr>
          <p:cNvSpPr/>
          <p:nvPr/>
        </p:nvSpPr>
        <p:spPr>
          <a:xfrm>
            <a:off x="2023110" y="2685123"/>
            <a:ext cx="2971800" cy="1189647"/>
          </a:xfrm>
          <a:prstGeom prst="roundRect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E4E9F9D-D676-CAAF-00DD-5834E0E1A0CC}"/>
              </a:ext>
            </a:extLst>
          </p:cNvPr>
          <p:cNvSpPr txBox="1"/>
          <p:nvPr/>
        </p:nvSpPr>
        <p:spPr>
          <a:xfrm>
            <a:off x="7117552" y="6495659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73539D7-FA59-3A2B-B12A-AB47D257C9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0" t="5353" b="5178"/>
          <a:stretch>
            <a:fillRect/>
          </a:stretch>
        </p:blipFill>
        <p:spPr bwMode="auto">
          <a:xfrm>
            <a:off x="4994909" y="22861"/>
            <a:ext cx="4862399" cy="650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E0EF7EA-AE05-B6F2-718A-AD54CBB116AA}"/>
              </a:ext>
            </a:extLst>
          </p:cNvPr>
          <p:cNvSpPr/>
          <p:nvPr/>
        </p:nvSpPr>
        <p:spPr>
          <a:xfrm>
            <a:off x="2023109" y="2785310"/>
            <a:ext cx="2926080" cy="78959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t"/>
          <a:lstStyle/>
          <a:p>
            <a:pPr algn="ctr" defTabSz="761970"/>
            <a:r>
              <a:rPr lang="en-US" sz="2200" dirty="0">
                <a:solidFill>
                  <a:schemeClr val="bg1"/>
                </a:solidFill>
                <a:latin typeface="Aptos" panose="020B0004020202020204" pitchFamily="34" charset="0"/>
                <a:ea typeface="Crimson Pro Bold" pitchFamily="34" charset="-122"/>
                <a:cs typeface="Crimson Pro Bold" pitchFamily="34" charset="-120"/>
              </a:rPr>
              <a:t>Líneas de Investigación y temáticas del Programa</a:t>
            </a:r>
            <a:endParaRPr lang="en-US" sz="2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487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5A45-E521-CAE7-9406-24B5CF07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B2FB9D44-74BC-7092-4B0A-47C92A98FF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"/>
            <a:ext cx="12165594" cy="6857433"/>
          </a:xfrm>
          <a:prstGeom prst="rect">
            <a:avLst/>
          </a:prstGeom>
          <a:noFill/>
          <a:ln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8D0CE13-3165-4819-8C91-1F3A010816C3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506B401-B14D-5681-ED92-A69AD29FE312}"/>
              </a:ext>
            </a:extLst>
          </p:cNvPr>
          <p:cNvSpPr/>
          <p:nvPr/>
        </p:nvSpPr>
        <p:spPr>
          <a:xfrm>
            <a:off x="1375657" y="361433"/>
            <a:ext cx="85958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Estrategias de Investigación en el Programa</a:t>
            </a:r>
            <a:endParaRPr lang="en-US" sz="3708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C3C30A3-259B-3466-C5F4-0179E98FE2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" t="22049" r="1619" b="8201"/>
          <a:stretch/>
        </p:blipFill>
        <p:spPr bwMode="auto">
          <a:xfrm>
            <a:off x="711333" y="1480185"/>
            <a:ext cx="10742927" cy="389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462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A640-C30A-C657-C8D2-CAF77F999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400EDE1F-D8F6-C059-EF8D-38E986A8C6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"/>
            <a:ext cx="12165594" cy="6857433"/>
          </a:xfrm>
          <a:prstGeom prst="rect">
            <a:avLst/>
          </a:prstGeom>
          <a:noFill/>
          <a:ln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39D6962-14CA-B4BC-24DD-B7725ACE073A}"/>
              </a:ext>
            </a:extLst>
          </p:cNvPr>
          <p:cNvSpPr txBox="1"/>
          <p:nvPr/>
        </p:nvSpPr>
        <p:spPr>
          <a:xfrm>
            <a:off x="6960871" y="65229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8EFDA90-B26E-3244-CAAD-4563428E4766}"/>
              </a:ext>
            </a:extLst>
          </p:cNvPr>
          <p:cNvSpPr/>
          <p:nvPr/>
        </p:nvSpPr>
        <p:spPr>
          <a:xfrm>
            <a:off x="1375657" y="361433"/>
            <a:ext cx="85958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Estrategias de Investigación en el Programa</a:t>
            </a:r>
            <a:endParaRPr lang="en-US" sz="3708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4" name="Imagen 3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6D5C061C-6FBA-03DB-1EEA-5940267CA3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57"/>
            <a:ext cx="12165594" cy="6857433"/>
          </a:xfrm>
          <a:prstGeom prst="rect">
            <a:avLst/>
          </a:prstGeom>
          <a:noFill/>
          <a:ln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3634409-EA11-3944-0CEE-5926E37F28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3" t="25098" r="10667" b="10784"/>
          <a:stretch/>
        </p:blipFill>
        <p:spPr bwMode="auto">
          <a:xfrm>
            <a:off x="2548890" y="856107"/>
            <a:ext cx="6995160" cy="586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75A2F7B-03BF-2F60-D005-632618C11D1C}"/>
              </a:ext>
            </a:extLst>
          </p:cNvPr>
          <p:cNvSpPr txBox="1"/>
          <p:nvPr/>
        </p:nvSpPr>
        <p:spPr>
          <a:xfrm>
            <a:off x="1971675" y="67542"/>
            <a:ext cx="81495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Estrategias pedagógicas de aula para la Investigación en el Programa</a:t>
            </a:r>
            <a:endParaRPr lang="en-US" sz="32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0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73C4B559-236B-E797-A8C4-AD1C3006C8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-25204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4038C15-64E9-78B1-55B4-4821D64EBAE3}"/>
              </a:ext>
            </a:extLst>
          </p:cNvPr>
          <p:cNvSpPr txBox="1"/>
          <p:nvPr/>
        </p:nvSpPr>
        <p:spPr>
          <a:xfrm>
            <a:off x="7109461" y="64857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B0625DC7-47D9-2674-0128-773BE465A3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" t="6598" r="3505" b="7059"/>
          <a:stretch/>
        </p:blipFill>
        <p:spPr bwMode="auto">
          <a:xfrm>
            <a:off x="1729740" y="259227"/>
            <a:ext cx="8732520" cy="59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322B7-450E-0BAE-8A02-B40181FA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21D13C52-1D72-D8C0-D5D8-5CB2E3AADB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-25204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CAC16FF-1196-81A7-7CDE-E4626A30E85A}"/>
              </a:ext>
            </a:extLst>
          </p:cNvPr>
          <p:cNvSpPr txBox="1"/>
          <p:nvPr/>
        </p:nvSpPr>
        <p:spPr>
          <a:xfrm>
            <a:off x="7109461" y="6485758"/>
            <a:ext cx="416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/>
              <a:t>Condición 5. Investigación e Innovación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7D9B01C-496B-060C-6C83-F1B4536BD4FE}"/>
              </a:ext>
            </a:extLst>
          </p:cNvPr>
          <p:cNvSpPr/>
          <p:nvPr/>
        </p:nvSpPr>
        <p:spPr>
          <a:xfrm>
            <a:off x="706754" y="2171058"/>
            <a:ext cx="2482216" cy="158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Aportes Previstos al Desarrollo de los Sectores Productivos y de Servicios desde la Investigación</a:t>
            </a:r>
            <a:endParaRPr lang="en-US" sz="240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E67C3E5-22EE-EBE3-A3B9-F6435F2568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3" b="5999"/>
          <a:stretch>
            <a:fillRect/>
          </a:stretch>
        </p:blipFill>
        <p:spPr bwMode="auto">
          <a:xfrm>
            <a:off x="4415789" y="260875"/>
            <a:ext cx="7212332" cy="593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0A416AE-AD95-F0DA-610E-53BFD8565F9B}"/>
              </a:ext>
            </a:extLst>
          </p:cNvPr>
          <p:cNvCxnSpPr/>
          <p:nvPr/>
        </p:nvCxnSpPr>
        <p:spPr>
          <a:xfrm>
            <a:off x="3851910" y="171450"/>
            <a:ext cx="0" cy="611505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632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de la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58A36809-DD97-3A05-2B3B-E11D0045174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" y="-45531"/>
            <a:ext cx="12190992" cy="6857433"/>
          </a:xfrm>
          <a:prstGeom prst="rect">
            <a:avLst/>
          </a:prstGeom>
          <a:noFill/>
          <a:ln/>
        </p:spPr>
      </p:pic>
      <p:sp>
        <p:nvSpPr>
          <p:cNvPr id="3" name="2 CuadroTexto">
            <a:extLst>
              <a:ext uri="{FF2B5EF4-FFF2-40B4-BE49-F238E27FC236}">
                <a16:creationId xmlns:a16="http://schemas.microsoft.com/office/drawing/2014/main" id="{D0D19517-A305-EA9F-0FD9-05E78947DF44}"/>
              </a:ext>
            </a:extLst>
          </p:cNvPr>
          <p:cNvSpPr txBox="1"/>
          <p:nvPr/>
        </p:nvSpPr>
        <p:spPr>
          <a:xfrm>
            <a:off x="147127" y="57915"/>
            <a:ext cx="1168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itchFamily="34" charset="0"/>
              </a:rPr>
              <a:t>Proyección de la </a:t>
            </a:r>
            <a:r>
              <a:rPr lang="es-MX" sz="2000" b="1" dirty="0">
                <a:latin typeface="Century Gothic" pitchFamily="34" charset="0"/>
              </a:rPr>
              <a:t>Investigación, Innovación y/o Creación Artística y Cultural durante la vigencia del Programa </a:t>
            </a:r>
          </a:p>
        </p:txBody>
      </p:sp>
      <p:pic>
        <p:nvPicPr>
          <p:cNvPr id="87042" name="Picture 2">
            <a:extLst>
              <a:ext uri="{FF2B5EF4-FFF2-40B4-BE49-F238E27FC236}">
                <a16:creationId xmlns:a16="http://schemas.microsoft.com/office/drawing/2014/main" id="{4989D8DA-9D02-67C9-A99E-5C8BE6B49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" t="17667" r="2110" b="6667"/>
          <a:stretch/>
        </p:blipFill>
        <p:spPr bwMode="auto">
          <a:xfrm>
            <a:off x="994411" y="1017270"/>
            <a:ext cx="9989820" cy="518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914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7D44350C-546D-5EB1-3040-E8218302F6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F4209AE-4F04-8CC8-8087-B6CBA86B44D8}"/>
              </a:ext>
            </a:extLst>
          </p:cNvPr>
          <p:cNvSpPr txBox="1"/>
          <p:nvPr/>
        </p:nvSpPr>
        <p:spPr>
          <a:xfrm>
            <a:off x="6011333" y="3153599"/>
            <a:ext cx="46312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>
                <a:latin typeface="Aptos" panose="020B0004020202020204" pitchFamily="34" charset="0"/>
              </a:rPr>
              <a:t>¡GRACIAS!</a:t>
            </a:r>
            <a:endParaRPr lang="es-MX" sz="44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0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3109</TotalTime>
  <Words>429</Words>
  <Application>Microsoft Office PowerPoint</Application>
  <PresentationFormat>Panorámica</PresentationFormat>
  <Paragraphs>72</Paragraphs>
  <Slides>20</Slides>
  <Notes>16</Notes>
  <HiddenSlides>0</HiddenSlides>
  <MMClips>1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Aptos</vt:lpstr>
      <vt:lpstr>Arial</vt:lpstr>
      <vt:lpstr>Arial MT</vt:lpstr>
      <vt:lpstr>Calibri</vt:lpstr>
      <vt:lpstr>Calibri Light</vt:lpstr>
      <vt:lpstr>Century Gothic</vt:lpstr>
      <vt:lpstr>Crimson Pro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Darwin Calderón Lizcano</dc:creator>
  <cp:lastModifiedBy>Julio César Urueta Atencio</cp:lastModifiedBy>
  <cp:revision>213</cp:revision>
  <dcterms:created xsi:type="dcterms:W3CDTF">2025-01-18T16:03:13Z</dcterms:created>
  <dcterms:modified xsi:type="dcterms:W3CDTF">2026-05-12T19:27:11Z</dcterms:modified>
</cp:coreProperties>
</file>